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3A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301" y="31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rgbClr val="0033CC"/>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0" i="0">
                <a:solidFill>
                  <a:srgbClr val="0033CC"/>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033CC"/>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400" b="0" i="0">
                <a:solidFill>
                  <a:srgbClr val="0033CC"/>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033CC"/>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033CC"/>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167335" y="365125"/>
            <a:ext cx="1162049" cy="533399"/>
          </a:xfrm>
          <a:prstGeom prst="rect">
            <a:avLst/>
          </a:prstGeom>
        </p:spPr>
      </p:pic>
      <p:sp>
        <p:nvSpPr>
          <p:cNvPr id="2" name="Holder 2"/>
          <p:cNvSpPr>
            <a:spLocks noGrp="1"/>
          </p:cNvSpPr>
          <p:nvPr>
            <p:ph type="title"/>
          </p:nvPr>
        </p:nvSpPr>
        <p:spPr>
          <a:xfrm>
            <a:off x="3480296" y="921608"/>
            <a:ext cx="7189668" cy="625761"/>
          </a:xfrm>
          <a:prstGeom prst="rect">
            <a:avLst/>
          </a:prstGeom>
        </p:spPr>
        <p:txBody>
          <a:bodyPr wrap="square" lIns="0" tIns="0" rIns="0" bIns="0">
            <a:spAutoFit/>
          </a:bodyPr>
          <a:lstStyle>
            <a:lvl1pPr>
              <a:defRPr sz="2400" b="1" i="0">
                <a:solidFill>
                  <a:srgbClr val="0033CC"/>
                </a:solidFill>
                <a:latin typeface="Trebuchet MS"/>
                <a:cs typeface="Trebuchet MS"/>
              </a:defRPr>
            </a:lvl1pPr>
          </a:lstStyle>
          <a:p>
            <a:endParaRPr/>
          </a:p>
        </p:txBody>
      </p:sp>
      <p:sp>
        <p:nvSpPr>
          <p:cNvPr id="3" name="Holder 3"/>
          <p:cNvSpPr>
            <a:spLocks noGrp="1"/>
          </p:cNvSpPr>
          <p:nvPr>
            <p:ph type="body" idx="1"/>
          </p:nvPr>
        </p:nvSpPr>
        <p:spPr>
          <a:xfrm>
            <a:off x="1292225" y="1804416"/>
            <a:ext cx="7929245" cy="3034665"/>
          </a:xfrm>
          <a:prstGeom prst="rect">
            <a:avLst/>
          </a:prstGeom>
        </p:spPr>
        <p:txBody>
          <a:bodyPr wrap="square" lIns="0" tIns="0" rIns="0" bIns="0">
            <a:spAutoFit/>
          </a:bodyPr>
          <a:lstStyle>
            <a:lvl1pPr>
              <a:defRPr sz="1400" b="0" i="0">
                <a:solidFill>
                  <a:srgbClr val="0033CC"/>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340262" y="1600200"/>
            <a:ext cx="6877684" cy="452120"/>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FF0000"/>
                </a:solidFill>
              </a:rPr>
              <a:t>UE24CS320A</a:t>
            </a:r>
            <a:r>
              <a:rPr sz="2800" spc="-85" dirty="0">
                <a:solidFill>
                  <a:srgbClr val="FF0000"/>
                </a:solidFill>
              </a:rPr>
              <a:t> </a:t>
            </a:r>
            <a:r>
              <a:rPr sz="2800" dirty="0">
                <a:solidFill>
                  <a:srgbClr val="FF0000"/>
                </a:solidFill>
              </a:rPr>
              <a:t>–</a:t>
            </a:r>
            <a:r>
              <a:rPr sz="2800" spc="-20" dirty="0">
                <a:solidFill>
                  <a:srgbClr val="FF0000"/>
                </a:solidFill>
              </a:rPr>
              <a:t> </a:t>
            </a:r>
            <a:r>
              <a:rPr sz="2800" dirty="0">
                <a:solidFill>
                  <a:srgbClr val="FF0000"/>
                </a:solidFill>
              </a:rPr>
              <a:t>Capstone</a:t>
            </a:r>
            <a:r>
              <a:rPr sz="2800" spc="-25" dirty="0">
                <a:solidFill>
                  <a:srgbClr val="FF0000"/>
                </a:solidFill>
              </a:rPr>
              <a:t> </a:t>
            </a:r>
            <a:r>
              <a:rPr sz="2800" spc="-20" dirty="0">
                <a:solidFill>
                  <a:srgbClr val="FF0000"/>
                </a:solidFill>
              </a:rPr>
              <a:t>Project</a:t>
            </a:r>
            <a:r>
              <a:rPr sz="2800" spc="-175" dirty="0">
                <a:solidFill>
                  <a:srgbClr val="FF0000"/>
                </a:solidFill>
              </a:rPr>
              <a:t> </a:t>
            </a:r>
            <a:r>
              <a:rPr sz="2800" spc="-10" dirty="0">
                <a:solidFill>
                  <a:srgbClr val="FF0000"/>
                </a:solidFill>
              </a:rPr>
              <a:t>Approval</a:t>
            </a:r>
            <a:endParaRPr sz="2800" dirty="0"/>
          </a:p>
        </p:txBody>
      </p:sp>
      <p:sp>
        <p:nvSpPr>
          <p:cNvPr id="3" name="object 3"/>
          <p:cNvSpPr txBox="1"/>
          <p:nvPr/>
        </p:nvSpPr>
        <p:spPr>
          <a:xfrm>
            <a:off x="1597024" y="2384380"/>
            <a:ext cx="1791649"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33CC"/>
                </a:solidFill>
                <a:latin typeface="Trebuchet MS"/>
                <a:cs typeface="Trebuchet MS"/>
              </a:rPr>
              <a:t>Project</a:t>
            </a:r>
            <a:r>
              <a:rPr sz="2400" spc="-125" dirty="0">
                <a:solidFill>
                  <a:srgbClr val="0033CC"/>
                </a:solidFill>
                <a:latin typeface="Trebuchet MS"/>
                <a:cs typeface="Trebuchet MS"/>
              </a:rPr>
              <a:t> </a:t>
            </a:r>
            <a:r>
              <a:rPr sz="2400" spc="-10" dirty="0">
                <a:solidFill>
                  <a:srgbClr val="0033CC"/>
                </a:solidFill>
                <a:latin typeface="Trebuchet MS"/>
                <a:cs typeface="Trebuchet MS"/>
              </a:rPr>
              <a:t>Title</a:t>
            </a:r>
            <a:endParaRPr sz="2400">
              <a:latin typeface="Trebuchet MS"/>
              <a:cs typeface="Trebuchet MS"/>
            </a:endParaRPr>
          </a:p>
        </p:txBody>
      </p:sp>
      <p:sp>
        <p:nvSpPr>
          <p:cNvPr id="4" name="object 4"/>
          <p:cNvSpPr txBox="1"/>
          <p:nvPr/>
        </p:nvSpPr>
        <p:spPr>
          <a:xfrm>
            <a:off x="1597024" y="3288889"/>
            <a:ext cx="137541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33CC"/>
                </a:solidFill>
                <a:latin typeface="Trebuchet MS"/>
                <a:cs typeface="Trebuchet MS"/>
              </a:rPr>
              <a:t>Project</a:t>
            </a:r>
            <a:r>
              <a:rPr sz="2400" spc="-155" dirty="0">
                <a:solidFill>
                  <a:srgbClr val="0033CC"/>
                </a:solidFill>
                <a:latin typeface="Trebuchet MS"/>
                <a:cs typeface="Trebuchet MS"/>
              </a:rPr>
              <a:t> </a:t>
            </a:r>
            <a:r>
              <a:rPr sz="2400" spc="-25" dirty="0">
                <a:solidFill>
                  <a:srgbClr val="0033CC"/>
                </a:solidFill>
                <a:latin typeface="Trebuchet MS"/>
                <a:cs typeface="Trebuchet MS"/>
              </a:rPr>
              <a:t>ID</a:t>
            </a:r>
            <a:endParaRPr sz="2400" dirty="0">
              <a:latin typeface="Trebuchet MS"/>
              <a:cs typeface="Trebuchet MS"/>
            </a:endParaRPr>
          </a:p>
        </p:txBody>
      </p:sp>
      <p:sp>
        <p:nvSpPr>
          <p:cNvPr id="5" name="object 5"/>
          <p:cNvSpPr txBox="1"/>
          <p:nvPr/>
        </p:nvSpPr>
        <p:spPr>
          <a:xfrm>
            <a:off x="3572869" y="2384380"/>
            <a:ext cx="8390531" cy="751488"/>
          </a:xfrm>
          <a:prstGeom prst="rect">
            <a:avLst/>
          </a:prstGeom>
        </p:spPr>
        <p:txBody>
          <a:bodyPr vert="horz" wrap="square" lIns="0" tIns="12700" rIns="0" bIns="0" rtlCol="0">
            <a:spAutoFit/>
          </a:bodyPr>
          <a:lstStyle/>
          <a:p>
            <a:pPr marL="232410" marR="5080" indent="-220345">
              <a:spcBef>
                <a:spcPts val="100"/>
              </a:spcBef>
            </a:pPr>
            <a:r>
              <a:rPr lang="en-IN" sz="2400" dirty="0">
                <a:solidFill>
                  <a:srgbClr val="0033CC"/>
                </a:solidFill>
                <a:latin typeface="Trebuchet MS"/>
                <a:cs typeface="Trebuchet MS"/>
              </a:rPr>
              <a:t>:</a:t>
            </a:r>
            <a:r>
              <a:rPr lang="en-IN" sz="2400" spc="-50" dirty="0">
                <a:solidFill>
                  <a:srgbClr val="0033CC"/>
                </a:solidFill>
                <a:latin typeface="Trebuchet MS"/>
                <a:cs typeface="Trebuchet MS"/>
              </a:rPr>
              <a:t> </a:t>
            </a:r>
            <a:r>
              <a:rPr lang="en-IN" sz="2400" dirty="0">
                <a:solidFill>
                  <a:srgbClr val="0033CC"/>
                </a:solidFill>
              </a:rPr>
              <a:t>A Comparative Framework for Early Sepsis Prediction Using Ensemble and Explainable Deep Learning on ICU Data</a:t>
            </a:r>
          </a:p>
        </p:txBody>
      </p:sp>
      <p:sp>
        <p:nvSpPr>
          <p:cNvPr id="6" name="object 6"/>
          <p:cNvSpPr txBox="1"/>
          <p:nvPr/>
        </p:nvSpPr>
        <p:spPr>
          <a:xfrm>
            <a:off x="1597024" y="3733800"/>
            <a:ext cx="10061576" cy="382156"/>
          </a:xfrm>
          <a:prstGeom prst="rect">
            <a:avLst/>
          </a:prstGeom>
        </p:spPr>
        <p:txBody>
          <a:bodyPr vert="horz" wrap="square" lIns="0" tIns="12700" rIns="0" bIns="0" rtlCol="0">
            <a:spAutoFit/>
          </a:bodyPr>
          <a:lstStyle/>
          <a:p>
            <a:pPr marL="12700" algn="l">
              <a:lnSpc>
                <a:spcPct val="100000"/>
              </a:lnSpc>
              <a:spcBef>
                <a:spcPts val="100"/>
              </a:spcBef>
            </a:pPr>
            <a:r>
              <a:rPr sz="2400" dirty="0">
                <a:solidFill>
                  <a:srgbClr val="0033CC"/>
                </a:solidFill>
                <a:latin typeface="Trebuchet MS"/>
                <a:cs typeface="Trebuchet MS"/>
              </a:rPr>
              <a:t>Project</a:t>
            </a:r>
            <a:r>
              <a:rPr sz="2400" spc="-60" dirty="0">
                <a:solidFill>
                  <a:srgbClr val="0033CC"/>
                </a:solidFill>
                <a:latin typeface="Trebuchet MS"/>
                <a:cs typeface="Trebuchet MS"/>
              </a:rPr>
              <a:t> </a:t>
            </a:r>
            <a:r>
              <a:rPr sz="2400" dirty="0">
                <a:solidFill>
                  <a:srgbClr val="0033CC"/>
                </a:solidFill>
                <a:latin typeface="Trebuchet MS"/>
                <a:cs typeface="Trebuchet MS"/>
              </a:rPr>
              <a:t>Guide</a:t>
            </a:r>
            <a:r>
              <a:rPr sz="2400" spc="-60" dirty="0">
                <a:solidFill>
                  <a:srgbClr val="0033CC"/>
                </a:solidFill>
                <a:latin typeface="Trebuchet MS"/>
                <a:cs typeface="Trebuchet MS"/>
              </a:rPr>
              <a:t> </a:t>
            </a:r>
            <a:r>
              <a:rPr sz="2400" dirty="0">
                <a:solidFill>
                  <a:srgbClr val="0033CC"/>
                </a:solidFill>
                <a:latin typeface="Trebuchet MS"/>
                <a:cs typeface="Trebuchet MS"/>
              </a:rPr>
              <a:t>:</a:t>
            </a:r>
            <a:r>
              <a:rPr lang="en-US" sz="2400" dirty="0">
                <a:solidFill>
                  <a:srgbClr val="0033CC"/>
                </a:solidFill>
                <a:latin typeface="Trebuchet MS"/>
                <a:cs typeface="Trebuchet MS"/>
              </a:rPr>
              <a:t> Prof. Lakshmi Satya Vani N</a:t>
            </a:r>
            <a:endParaRPr sz="2400" dirty="0">
              <a:latin typeface="Trebuchet MS"/>
              <a:cs typeface="Trebuchet MS"/>
            </a:endParaRPr>
          </a:p>
        </p:txBody>
      </p:sp>
      <p:sp>
        <p:nvSpPr>
          <p:cNvPr id="11" name="TextBox 10">
            <a:extLst>
              <a:ext uri="{FF2B5EF4-FFF2-40B4-BE49-F238E27FC236}">
                <a16:creationId xmlns:a16="http://schemas.microsoft.com/office/drawing/2014/main" id="{E792C6B1-F11B-4CEE-E1D5-3CDBC5343F9D}"/>
              </a:ext>
            </a:extLst>
          </p:cNvPr>
          <p:cNvSpPr txBox="1"/>
          <p:nvPr/>
        </p:nvSpPr>
        <p:spPr>
          <a:xfrm>
            <a:off x="3505200" y="3200400"/>
            <a:ext cx="877163" cy="738664"/>
          </a:xfrm>
          <a:prstGeom prst="rect">
            <a:avLst/>
          </a:prstGeom>
          <a:noFill/>
        </p:spPr>
        <p:txBody>
          <a:bodyPr wrap="none" rtlCol="0">
            <a:spAutoFit/>
          </a:bodyPr>
          <a:lstStyle/>
          <a:p>
            <a:r>
              <a:rPr lang="en-IN" sz="2400" dirty="0">
                <a:solidFill>
                  <a:srgbClr val="0033CC"/>
                </a:solidFill>
                <a:latin typeface="Trebuchet MS"/>
                <a:cs typeface="Trebuchet MS"/>
              </a:rPr>
              <a:t>:</a:t>
            </a:r>
            <a:r>
              <a:rPr lang="en-US" sz="2400" dirty="0">
                <a:solidFill>
                  <a:srgbClr val="0033CC"/>
                </a:solidFill>
                <a:latin typeface="Trebuchet MS"/>
                <a:cs typeface="Trebuchet MS"/>
              </a:rPr>
              <a:t> 186</a:t>
            </a:r>
            <a:endParaRPr lang="en-IN" sz="2400" dirty="0">
              <a:solidFill>
                <a:srgbClr val="0033CC"/>
              </a:solidFill>
              <a:latin typeface="Trebuchet MS"/>
              <a:cs typeface="Trebuchet MS"/>
            </a:endParaRPr>
          </a:p>
          <a:p>
            <a:endParaRPr lang="en-IN" dirty="0"/>
          </a:p>
        </p:txBody>
      </p:sp>
      <p:sp>
        <p:nvSpPr>
          <p:cNvPr id="12" name="TextBox 11">
            <a:extLst>
              <a:ext uri="{FF2B5EF4-FFF2-40B4-BE49-F238E27FC236}">
                <a16:creationId xmlns:a16="http://schemas.microsoft.com/office/drawing/2014/main" id="{D9B500B1-CAA1-27F6-7C60-9C2FCDAB4935}"/>
              </a:ext>
            </a:extLst>
          </p:cNvPr>
          <p:cNvSpPr txBox="1"/>
          <p:nvPr/>
        </p:nvSpPr>
        <p:spPr>
          <a:xfrm>
            <a:off x="1524000" y="4169705"/>
            <a:ext cx="7612982" cy="1938992"/>
          </a:xfrm>
          <a:prstGeom prst="rect">
            <a:avLst/>
          </a:prstGeom>
          <a:noFill/>
        </p:spPr>
        <p:txBody>
          <a:bodyPr wrap="none" rtlCol="0">
            <a:spAutoFit/>
          </a:bodyPr>
          <a:lstStyle/>
          <a:p>
            <a:pPr marL="12700" algn="l">
              <a:lnSpc>
                <a:spcPct val="100000"/>
              </a:lnSpc>
            </a:pPr>
            <a:r>
              <a:rPr lang="en-IN" sz="2400" spc="-10" dirty="0">
                <a:solidFill>
                  <a:srgbClr val="0033CC"/>
                </a:solidFill>
                <a:latin typeface="Trebuchet MS"/>
                <a:cs typeface="Trebuchet MS"/>
              </a:rPr>
              <a:t>Project</a:t>
            </a:r>
            <a:r>
              <a:rPr lang="en-IN" sz="2400" spc="-175" dirty="0">
                <a:solidFill>
                  <a:srgbClr val="0033CC"/>
                </a:solidFill>
                <a:latin typeface="Trebuchet MS"/>
                <a:cs typeface="Trebuchet MS"/>
              </a:rPr>
              <a:t> </a:t>
            </a:r>
            <a:r>
              <a:rPr lang="en-IN" sz="2400" dirty="0">
                <a:solidFill>
                  <a:srgbClr val="0033CC"/>
                </a:solidFill>
                <a:latin typeface="Trebuchet MS"/>
                <a:cs typeface="Trebuchet MS"/>
              </a:rPr>
              <a:t>Team</a:t>
            </a:r>
            <a:r>
              <a:rPr lang="en-IN" sz="2400" spc="515" dirty="0">
                <a:solidFill>
                  <a:srgbClr val="0033CC"/>
                </a:solidFill>
                <a:latin typeface="Trebuchet MS"/>
                <a:cs typeface="Trebuchet MS"/>
              </a:rPr>
              <a:t> </a:t>
            </a:r>
            <a:r>
              <a:rPr lang="en-IN" sz="2400" dirty="0">
                <a:solidFill>
                  <a:srgbClr val="0033CC"/>
                </a:solidFill>
                <a:latin typeface="Trebuchet MS"/>
                <a:cs typeface="Trebuchet MS"/>
              </a:rPr>
              <a:t>:</a:t>
            </a:r>
            <a:r>
              <a:rPr lang="en-IN" sz="2400" spc="-100" dirty="0">
                <a:solidFill>
                  <a:srgbClr val="0033CC"/>
                </a:solidFill>
                <a:latin typeface="Trebuchet MS"/>
                <a:cs typeface="Trebuchet MS"/>
              </a:rPr>
              <a:t> </a:t>
            </a:r>
            <a:r>
              <a:rPr lang="en-IN" sz="2400" spc="-20" dirty="0">
                <a:solidFill>
                  <a:srgbClr val="0033CC"/>
                </a:solidFill>
                <a:latin typeface="Trebuchet MS"/>
                <a:cs typeface="Trebuchet MS"/>
              </a:rPr>
              <a:t>Kiran BG </a:t>
            </a:r>
            <a:r>
              <a:rPr lang="en-IN" sz="2400" spc="-10" dirty="0">
                <a:solidFill>
                  <a:srgbClr val="0033CC"/>
                </a:solidFill>
                <a:latin typeface="Trebuchet MS"/>
                <a:cs typeface="Trebuchet MS"/>
              </a:rPr>
              <a:t>(PES2UG24CS227),</a:t>
            </a:r>
            <a:endParaRPr lang="en-IN" sz="2400" dirty="0">
              <a:latin typeface="Trebuchet MS"/>
              <a:cs typeface="Trebuchet MS"/>
            </a:endParaRPr>
          </a:p>
          <a:p>
            <a:pPr marL="2207895" marR="349250" algn="l">
              <a:lnSpc>
                <a:spcPct val="100000"/>
              </a:lnSpc>
            </a:pPr>
            <a:r>
              <a:rPr lang="en-IN" sz="2400" dirty="0">
                <a:solidFill>
                  <a:srgbClr val="0033CC"/>
                </a:solidFill>
                <a:latin typeface="Trebuchet MS"/>
                <a:cs typeface="Trebuchet MS"/>
              </a:rPr>
              <a:t>Mohammad Anan</a:t>
            </a:r>
            <a:r>
              <a:rPr lang="en-IN" sz="2400" spc="-10" dirty="0">
                <a:solidFill>
                  <a:srgbClr val="0033CC"/>
                </a:solidFill>
                <a:latin typeface="Trebuchet MS"/>
                <a:cs typeface="Trebuchet MS"/>
              </a:rPr>
              <a:t>(PES2UG24CS278),</a:t>
            </a:r>
            <a:endParaRPr lang="en-IN" sz="2400" dirty="0">
              <a:solidFill>
                <a:srgbClr val="0033CC"/>
              </a:solidFill>
              <a:latin typeface="Trebuchet MS"/>
              <a:cs typeface="Trebuchet MS"/>
            </a:endParaRPr>
          </a:p>
          <a:p>
            <a:pPr marL="2207895" marR="349250" algn="l">
              <a:lnSpc>
                <a:spcPct val="100000"/>
              </a:lnSpc>
            </a:pPr>
            <a:r>
              <a:rPr lang="en-IN" sz="2400" spc="-20" dirty="0">
                <a:solidFill>
                  <a:srgbClr val="0033CC"/>
                </a:solidFill>
                <a:latin typeface="Trebuchet MS"/>
                <a:cs typeface="Trebuchet MS"/>
              </a:rPr>
              <a:t>Ibrahim Khaleel </a:t>
            </a:r>
            <a:r>
              <a:rPr lang="en-IN" sz="2400" spc="-10" dirty="0">
                <a:solidFill>
                  <a:srgbClr val="0033CC"/>
                </a:solidFill>
                <a:latin typeface="Trebuchet MS"/>
                <a:cs typeface="Trebuchet MS"/>
              </a:rPr>
              <a:t>(PES2UG24CS809),</a:t>
            </a:r>
            <a:endParaRPr lang="en-IN" sz="2400" dirty="0">
              <a:solidFill>
                <a:srgbClr val="0033CC"/>
              </a:solidFill>
              <a:latin typeface="Trebuchet MS"/>
              <a:cs typeface="Trebuchet MS"/>
            </a:endParaRPr>
          </a:p>
          <a:p>
            <a:pPr marL="2207895" marR="349250" algn="l">
              <a:lnSpc>
                <a:spcPct val="100000"/>
              </a:lnSpc>
            </a:pPr>
            <a:r>
              <a:rPr lang="en-IN" sz="2400" dirty="0">
                <a:solidFill>
                  <a:srgbClr val="0033CC"/>
                </a:solidFill>
                <a:latin typeface="Trebuchet MS"/>
                <a:cs typeface="Trebuchet MS"/>
              </a:rPr>
              <a:t>Nikhil KR </a:t>
            </a:r>
            <a:r>
              <a:rPr lang="en-IN" sz="2400" spc="-10" dirty="0">
                <a:solidFill>
                  <a:srgbClr val="0033CC"/>
                </a:solidFill>
                <a:latin typeface="Trebuchet MS"/>
                <a:cs typeface="Trebuchet MS"/>
              </a:rPr>
              <a:t>(PES2UG25CS815)</a:t>
            </a:r>
          </a:p>
          <a:p>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prstGeom prst="rect">
            <a:avLst/>
          </a:prstGeom>
        </p:spPr>
        <p:txBody>
          <a:bodyPr vert="horz" wrap="square" lIns="0" tIns="247301" rIns="0" bIns="0" rtlCol="0">
            <a:spAutoFit/>
          </a:bodyPr>
          <a:lstStyle/>
          <a:p>
            <a:pPr marL="6099175">
              <a:lnSpc>
                <a:spcPct val="100000"/>
              </a:lnSpc>
              <a:spcBef>
                <a:spcPts val="100"/>
              </a:spcBef>
            </a:pPr>
            <a:r>
              <a:rPr b="0" spc="-10" dirty="0">
                <a:solidFill>
                  <a:srgbClr val="FF0000"/>
                </a:solidFill>
                <a:latin typeface="Trebuchet MS"/>
                <a:cs typeface="Trebuchet MS"/>
              </a:rPr>
              <a:t>Outline</a:t>
            </a:r>
          </a:p>
        </p:txBody>
      </p:sp>
      <p:sp>
        <p:nvSpPr>
          <p:cNvPr id="2" name="object 2"/>
          <p:cNvSpPr/>
          <p:nvPr/>
        </p:nvSpPr>
        <p:spPr>
          <a:xfrm>
            <a:off x="3048000" y="1581155"/>
            <a:ext cx="7620000" cy="36830"/>
          </a:xfrm>
          <a:custGeom>
            <a:avLst/>
            <a:gdLst/>
            <a:ahLst/>
            <a:cxnLst/>
            <a:rect l="l" t="t" r="r" b="b"/>
            <a:pathLst>
              <a:path w="7620000" h="36830">
                <a:moveTo>
                  <a:pt x="7619999" y="36512"/>
                </a:moveTo>
                <a:lnTo>
                  <a:pt x="0" y="36512"/>
                </a:lnTo>
                <a:lnTo>
                  <a:pt x="0" y="0"/>
                </a:lnTo>
                <a:lnTo>
                  <a:pt x="7619999" y="0"/>
                </a:lnTo>
                <a:lnTo>
                  <a:pt x="7619999" y="36512"/>
                </a:lnTo>
                <a:close/>
              </a:path>
            </a:pathLst>
          </a:custGeom>
          <a:solidFill>
            <a:srgbClr val="33CCCC"/>
          </a:solidFill>
        </p:spPr>
        <p:txBody>
          <a:bodyPr wrap="square" lIns="0" tIns="0" rIns="0" bIns="0" rtlCol="0"/>
          <a:lstStyle/>
          <a:p>
            <a:endParaRPr/>
          </a:p>
        </p:txBody>
      </p:sp>
      <p:sp>
        <p:nvSpPr>
          <p:cNvPr id="3" name="object 3"/>
          <p:cNvSpPr txBox="1"/>
          <p:nvPr/>
        </p:nvSpPr>
        <p:spPr>
          <a:xfrm>
            <a:off x="1528406" y="2426208"/>
            <a:ext cx="7688580" cy="2598147"/>
          </a:xfrm>
          <a:prstGeom prst="rect">
            <a:avLst/>
          </a:prstGeom>
        </p:spPr>
        <p:txBody>
          <a:bodyPr vert="horz" wrap="square" lIns="0" tIns="12700" rIns="0" bIns="0" rtlCol="0">
            <a:spAutoFit/>
          </a:bodyPr>
          <a:lstStyle/>
          <a:p>
            <a:pPr marL="308610" indent="-295910">
              <a:lnSpc>
                <a:spcPct val="100000"/>
              </a:lnSpc>
              <a:spcBef>
                <a:spcPts val="100"/>
              </a:spcBef>
              <a:buFont typeface="Arial"/>
              <a:buChar char="•"/>
              <a:tabLst>
                <a:tab pos="308610" algn="l"/>
              </a:tabLst>
            </a:pPr>
            <a:r>
              <a:rPr sz="2400" spc="-10" dirty="0">
                <a:solidFill>
                  <a:srgbClr val="0033CC"/>
                </a:solidFill>
                <a:latin typeface="Trebuchet MS"/>
                <a:cs typeface="Trebuchet MS"/>
              </a:rPr>
              <a:t>Problem</a:t>
            </a:r>
            <a:r>
              <a:rPr sz="2400" spc="-155" dirty="0">
                <a:solidFill>
                  <a:srgbClr val="0033CC"/>
                </a:solidFill>
                <a:latin typeface="Trebuchet MS"/>
                <a:cs typeface="Trebuchet MS"/>
              </a:rPr>
              <a:t> </a:t>
            </a:r>
            <a:r>
              <a:rPr sz="2400" spc="-10" dirty="0">
                <a:solidFill>
                  <a:srgbClr val="0033CC"/>
                </a:solidFill>
                <a:latin typeface="Trebuchet MS"/>
                <a:cs typeface="Trebuchet MS"/>
              </a:rPr>
              <a:t>Statement</a:t>
            </a:r>
            <a:endParaRPr sz="2400" dirty="0">
              <a:latin typeface="Trebuchet MS"/>
              <a:cs typeface="Trebuchet MS"/>
            </a:endParaRPr>
          </a:p>
          <a:p>
            <a:pPr marL="308610" indent="-295910">
              <a:lnSpc>
                <a:spcPct val="100000"/>
              </a:lnSpc>
              <a:buFont typeface="Arial"/>
              <a:buChar char="•"/>
              <a:tabLst>
                <a:tab pos="308610" algn="l"/>
              </a:tabLst>
            </a:pPr>
            <a:r>
              <a:rPr sz="2400" dirty="0">
                <a:solidFill>
                  <a:srgbClr val="0033CC"/>
                </a:solidFill>
                <a:latin typeface="Trebuchet MS"/>
                <a:cs typeface="Trebuchet MS"/>
              </a:rPr>
              <a:t>Scope</a:t>
            </a:r>
            <a:r>
              <a:rPr sz="2400" spc="-85" dirty="0">
                <a:solidFill>
                  <a:srgbClr val="0033CC"/>
                </a:solidFill>
                <a:latin typeface="Trebuchet MS"/>
                <a:cs typeface="Trebuchet MS"/>
              </a:rPr>
              <a:t> </a:t>
            </a:r>
            <a:r>
              <a:rPr sz="2400" dirty="0">
                <a:solidFill>
                  <a:srgbClr val="0033CC"/>
                </a:solidFill>
                <a:latin typeface="Trebuchet MS"/>
                <a:cs typeface="Trebuchet MS"/>
              </a:rPr>
              <a:t>and</a:t>
            </a:r>
            <a:r>
              <a:rPr sz="2400" spc="-80" dirty="0">
                <a:solidFill>
                  <a:srgbClr val="0033CC"/>
                </a:solidFill>
                <a:latin typeface="Trebuchet MS"/>
                <a:cs typeface="Trebuchet MS"/>
              </a:rPr>
              <a:t> </a:t>
            </a:r>
            <a:r>
              <a:rPr sz="2400" dirty="0">
                <a:solidFill>
                  <a:srgbClr val="0033CC"/>
                </a:solidFill>
                <a:latin typeface="Trebuchet MS"/>
                <a:cs typeface="Trebuchet MS"/>
              </a:rPr>
              <a:t>Feasibility</a:t>
            </a:r>
            <a:r>
              <a:rPr sz="2400" spc="-80" dirty="0">
                <a:solidFill>
                  <a:srgbClr val="0033CC"/>
                </a:solidFill>
                <a:latin typeface="Trebuchet MS"/>
                <a:cs typeface="Trebuchet MS"/>
              </a:rPr>
              <a:t> </a:t>
            </a:r>
            <a:r>
              <a:rPr sz="2400" spc="-20" dirty="0">
                <a:solidFill>
                  <a:srgbClr val="0033CC"/>
                </a:solidFill>
                <a:latin typeface="Trebuchet MS"/>
                <a:cs typeface="Trebuchet MS"/>
              </a:rPr>
              <a:t>study</a:t>
            </a:r>
            <a:endParaRPr sz="2400" dirty="0">
              <a:latin typeface="Trebuchet MS"/>
              <a:cs typeface="Trebuchet MS"/>
            </a:endParaRPr>
          </a:p>
          <a:p>
            <a:pPr marL="308610" indent="-295910">
              <a:lnSpc>
                <a:spcPct val="100000"/>
              </a:lnSpc>
              <a:buFont typeface="Arial"/>
              <a:buChar char="•"/>
              <a:tabLst>
                <a:tab pos="308610" algn="l"/>
              </a:tabLst>
            </a:pPr>
            <a:r>
              <a:rPr sz="2400" spc="-10" dirty="0">
                <a:solidFill>
                  <a:srgbClr val="0033CC"/>
                </a:solidFill>
                <a:latin typeface="Trebuchet MS"/>
                <a:cs typeface="Trebuchet MS"/>
              </a:rPr>
              <a:t>Applications/Use</a:t>
            </a:r>
            <a:r>
              <a:rPr sz="2400" spc="-105" dirty="0">
                <a:solidFill>
                  <a:srgbClr val="0033CC"/>
                </a:solidFill>
                <a:latin typeface="Trebuchet MS"/>
                <a:cs typeface="Trebuchet MS"/>
              </a:rPr>
              <a:t> </a:t>
            </a:r>
            <a:r>
              <a:rPr sz="2400" spc="-10" dirty="0">
                <a:solidFill>
                  <a:srgbClr val="0033CC"/>
                </a:solidFill>
                <a:latin typeface="Trebuchet MS"/>
                <a:cs typeface="Trebuchet MS"/>
              </a:rPr>
              <a:t>cases</a:t>
            </a:r>
            <a:endParaRPr sz="2400" dirty="0">
              <a:latin typeface="Trebuchet MS"/>
              <a:cs typeface="Trebuchet MS"/>
            </a:endParaRPr>
          </a:p>
          <a:p>
            <a:pPr marL="308610" indent="-295910">
              <a:lnSpc>
                <a:spcPct val="100000"/>
              </a:lnSpc>
              <a:buFont typeface="Arial"/>
              <a:buChar char="•"/>
              <a:tabLst>
                <a:tab pos="308610" algn="l"/>
              </a:tabLst>
            </a:pPr>
            <a:r>
              <a:rPr sz="2400" dirty="0">
                <a:solidFill>
                  <a:srgbClr val="0033CC"/>
                </a:solidFill>
                <a:latin typeface="Trebuchet MS"/>
                <a:cs typeface="Trebuchet MS"/>
              </a:rPr>
              <a:t>Background</a:t>
            </a:r>
            <a:r>
              <a:rPr sz="2400" spc="-175" dirty="0">
                <a:solidFill>
                  <a:srgbClr val="0033CC"/>
                </a:solidFill>
                <a:latin typeface="Trebuchet MS"/>
                <a:cs typeface="Trebuchet MS"/>
              </a:rPr>
              <a:t> </a:t>
            </a:r>
            <a:r>
              <a:rPr sz="2400" spc="-20" dirty="0">
                <a:solidFill>
                  <a:srgbClr val="0033CC"/>
                </a:solidFill>
                <a:latin typeface="Trebuchet MS"/>
                <a:cs typeface="Trebuchet MS"/>
              </a:rPr>
              <a:t>work</a:t>
            </a:r>
            <a:endParaRPr sz="2400" dirty="0">
              <a:latin typeface="Trebuchet MS"/>
              <a:cs typeface="Trebuchet MS"/>
            </a:endParaRPr>
          </a:p>
          <a:p>
            <a:pPr marL="308610" indent="-295910">
              <a:lnSpc>
                <a:spcPct val="100000"/>
              </a:lnSpc>
              <a:buFont typeface="Arial"/>
              <a:buChar char="•"/>
              <a:tabLst>
                <a:tab pos="308610" algn="l"/>
              </a:tabLst>
            </a:pPr>
            <a:r>
              <a:rPr sz="2400" dirty="0">
                <a:solidFill>
                  <a:srgbClr val="0033CC"/>
                </a:solidFill>
                <a:latin typeface="Trebuchet MS"/>
                <a:cs typeface="Trebuchet MS"/>
              </a:rPr>
              <a:t>Expected</a:t>
            </a:r>
            <a:r>
              <a:rPr sz="2400" spc="-140" dirty="0">
                <a:solidFill>
                  <a:srgbClr val="0033CC"/>
                </a:solidFill>
                <a:latin typeface="Trebuchet MS"/>
                <a:cs typeface="Trebuchet MS"/>
              </a:rPr>
              <a:t> </a:t>
            </a:r>
            <a:r>
              <a:rPr sz="2400" spc="-10" dirty="0">
                <a:solidFill>
                  <a:srgbClr val="0033CC"/>
                </a:solidFill>
                <a:latin typeface="Trebuchet MS"/>
                <a:cs typeface="Trebuchet MS"/>
              </a:rPr>
              <a:t>Deliverables</a:t>
            </a:r>
            <a:endParaRPr sz="2400" dirty="0">
              <a:latin typeface="Trebuchet MS"/>
              <a:cs typeface="Trebuchet MS"/>
            </a:endParaRPr>
          </a:p>
          <a:p>
            <a:pPr marL="308610" indent="-295910">
              <a:lnSpc>
                <a:spcPct val="100000"/>
              </a:lnSpc>
              <a:buFont typeface="Arial"/>
              <a:buChar char="•"/>
              <a:tabLst>
                <a:tab pos="308610" algn="l"/>
              </a:tabLst>
            </a:pPr>
            <a:r>
              <a:rPr sz="2400" dirty="0">
                <a:solidFill>
                  <a:srgbClr val="0033CC"/>
                </a:solidFill>
                <a:latin typeface="Trebuchet MS"/>
                <a:cs typeface="Trebuchet MS"/>
              </a:rPr>
              <a:t>Capstone</a:t>
            </a:r>
            <a:r>
              <a:rPr sz="2400" spc="-35" dirty="0">
                <a:solidFill>
                  <a:srgbClr val="0033CC"/>
                </a:solidFill>
                <a:latin typeface="Trebuchet MS"/>
                <a:cs typeface="Trebuchet MS"/>
              </a:rPr>
              <a:t> </a:t>
            </a:r>
            <a:r>
              <a:rPr sz="2400" spc="-40" dirty="0">
                <a:solidFill>
                  <a:srgbClr val="0033CC"/>
                </a:solidFill>
                <a:latin typeface="Trebuchet MS"/>
                <a:cs typeface="Trebuchet MS"/>
              </a:rPr>
              <a:t>(Phase-</a:t>
            </a:r>
            <a:r>
              <a:rPr sz="2400" dirty="0">
                <a:solidFill>
                  <a:srgbClr val="0033CC"/>
                </a:solidFill>
                <a:latin typeface="Trebuchet MS"/>
                <a:cs typeface="Trebuchet MS"/>
              </a:rPr>
              <a:t>I</a:t>
            </a:r>
            <a:r>
              <a:rPr sz="2400" spc="-35" dirty="0">
                <a:solidFill>
                  <a:srgbClr val="0033CC"/>
                </a:solidFill>
                <a:latin typeface="Trebuchet MS"/>
                <a:cs typeface="Trebuchet MS"/>
              </a:rPr>
              <a:t> </a:t>
            </a:r>
            <a:r>
              <a:rPr sz="2400" spc="-40" dirty="0">
                <a:solidFill>
                  <a:srgbClr val="0033CC"/>
                </a:solidFill>
                <a:latin typeface="Trebuchet MS"/>
                <a:cs typeface="Trebuchet MS"/>
              </a:rPr>
              <a:t>Phase-</a:t>
            </a:r>
            <a:r>
              <a:rPr sz="2400" dirty="0">
                <a:solidFill>
                  <a:srgbClr val="0033CC"/>
                </a:solidFill>
                <a:latin typeface="Trebuchet MS"/>
                <a:cs typeface="Trebuchet MS"/>
              </a:rPr>
              <a:t>II,</a:t>
            </a:r>
            <a:r>
              <a:rPr sz="2400" spc="-35" dirty="0">
                <a:solidFill>
                  <a:srgbClr val="0033CC"/>
                </a:solidFill>
                <a:latin typeface="Trebuchet MS"/>
                <a:cs typeface="Trebuchet MS"/>
              </a:rPr>
              <a:t> </a:t>
            </a:r>
            <a:r>
              <a:rPr sz="2400" spc="-40" dirty="0">
                <a:solidFill>
                  <a:srgbClr val="0033CC"/>
                </a:solidFill>
                <a:latin typeface="Trebuchet MS"/>
                <a:cs typeface="Trebuchet MS"/>
              </a:rPr>
              <a:t>Phase-</a:t>
            </a:r>
            <a:r>
              <a:rPr sz="2400" dirty="0">
                <a:solidFill>
                  <a:srgbClr val="0033CC"/>
                </a:solidFill>
                <a:latin typeface="Trebuchet MS"/>
                <a:cs typeface="Trebuchet MS"/>
              </a:rPr>
              <a:t>III)</a:t>
            </a:r>
            <a:r>
              <a:rPr sz="2400" spc="-30" dirty="0">
                <a:solidFill>
                  <a:srgbClr val="0033CC"/>
                </a:solidFill>
                <a:latin typeface="Trebuchet MS"/>
                <a:cs typeface="Trebuchet MS"/>
              </a:rPr>
              <a:t> </a:t>
            </a:r>
            <a:r>
              <a:rPr sz="2400" spc="-10" dirty="0">
                <a:solidFill>
                  <a:srgbClr val="0033CC"/>
                </a:solidFill>
                <a:latin typeface="Trebuchet MS"/>
                <a:cs typeface="Trebuchet MS"/>
              </a:rPr>
              <a:t>Project</a:t>
            </a:r>
            <a:r>
              <a:rPr sz="2400" spc="-75" dirty="0">
                <a:solidFill>
                  <a:srgbClr val="0033CC"/>
                </a:solidFill>
                <a:latin typeface="Trebuchet MS"/>
                <a:cs typeface="Trebuchet MS"/>
              </a:rPr>
              <a:t> </a:t>
            </a:r>
            <a:r>
              <a:rPr sz="2400" spc="-10" dirty="0">
                <a:solidFill>
                  <a:srgbClr val="0033CC"/>
                </a:solidFill>
                <a:latin typeface="Trebuchet MS"/>
                <a:cs typeface="Trebuchet MS"/>
              </a:rPr>
              <a:t>Timeline</a:t>
            </a:r>
            <a:endParaRPr sz="2400" dirty="0">
              <a:latin typeface="Trebuchet MS"/>
              <a:cs typeface="Trebuchet MS"/>
            </a:endParaRPr>
          </a:p>
          <a:p>
            <a:pPr marL="308610" indent="-295910">
              <a:lnSpc>
                <a:spcPct val="100000"/>
              </a:lnSpc>
              <a:buFont typeface="Arial"/>
              <a:buChar char="•"/>
              <a:tabLst>
                <a:tab pos="308610" algn="l"/>
              </a:tabLst>
            </a:pPr>
            <a:r>
              <a:rPr sz="2400" dirty="0">
                <a:solidFill>
                  <a:srgbClr val="0033CC"/>
                </a:solidFill>
                <a:latin typeface="Trebuchet MS"/>
                <a:cs typeface="Trebuchet MS"/>
              </a:rPr>
              <a:t>Any</a:t>
            </a:r>
            <a:r>
              <a:rPr sz="2400" spc="-70" dirty="0">
                <a:solidFill>
                  <a:srgbClr val="0033CC"/>
                </a:solidFill>
                <a:latin typeface="Trebuchet MS"/>
                <a:cs typeface="Trebuchet MS"/>
              </a:rPr>
              <a:t> </a:t>
            </a:r>
            <a:r>
              <a:rPr sz="2400" dirty="0">
                <a:solidFill>
                  <a:srgbClr val="0033CC"/>
                </a:solidFill>
                <a:latin typeface="Trebuchet MS"/>
                <a:cs typeface="Trebuchet MS"/>
              </a:rPr>
              <a:t>other</a:t>
            </a:r>
            <a:r>
              <a:rPr sz="2400" spc="-70" dirty="0">
                <a:solidFill>
                  <a:srgbClr val="0033CC"/>
                </a:solidFill>
                <a:latin typeface="Trebuchet MS"/>
                <a:cs typeface="Trebuchet MS"/>
              </a:rPr>
              <a:t> </a:t>
            </a:r>
            <a:r>
              <a:rPr sz="2400" spc="-10" dirty="0">
                <a:solidFill>
                  <a:srgbClr val="0033CC"/>
                </a:solidFill>
                <a:latin typeface="Trebuchet MS"/>
                <a:cs typeface="Trebuchet MS"/>
              </a:rPr>
              <a:t>information</a:t>
            </a:r>
            <a:endParaRPr sz="24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801004" y="459629"/>
            <a:ext cx="802424" cy="930082"/>
          </a:xfrm>
          <a:prstGeom prst="rect">
            <a:avLst/>
          </a:prstGeom>
        </p:spPr>
      </p:pic>
      <p:sp>
        <p:nvSpPr>
          <p:cNvPr id="4" name="object 4" descr="$PPTXTitle"/>
          <p:cNvSpPr txBox="1">
            <a:spLocks noGrp="1"/>
          </p:cNvSpPr>
          <p:nvPr>
            <p:ph type="title"/>
          </p:nvPr>
        </p:nvSpPr>
        <p:spPr>
          <a:prstGeom prst="rect">
            <a:avLst/>
          </a:prstGeom>
        </p:spPr>
        <p:txBody>
          <a:bodyPr vert="horz" wrap="square" lIns="0" tIns="247301" rIns="0" bIns="0" rtlCol="0">
            <a:spAutoFit/>
          </a:bodyPr>
          <a:lstStyle/>
          <a:p>
            <a:pPr marL="4471670">
              <a:lnSpc>
                <a:spcPct val="100000"/>
              </a:lnSpc>
              <a:spcBef>
                <a:spcPts val="100"/>
              </a:spcBef>
            </a:pPr>
            <a:r>
              <a:rPr b="0" spc="-10" dirty="0">
                <a:solidFill>
                  <a:srgbClr val="FF0000"/>
                </a:solidFill>
                <a:latin typeface="Trebuchet MS"/>
                <a:cs typeface="Trebuchet MS"/>
              </a:rPr>
              <a:t>Problem</a:t>
            </a:r>
            <a:r>
              <a:rPr b="0" spc="-155" dirty="0">
                <a:solidFill>
                  <a:srgbClr val="FF0000"/>
                </a:solidFill>
                <a:latin typeface="Trebuchet MS"/>
                <a:cs typeface="Trebuchet MS"/>
              </a:rPr>
              <a:t> </a:t>
            </a:r>
            <a:r>
              <a:rPr b="0" spc="-10" dirty="0">
                <a:solidFill>
                  <a:srgbClr val="FF0000"/>
                </a:solidFill>
                <a:latin typeface="Trebuchet MS"/>
                <a:cs typeface="Trebuchet MS"/>
              </a:rPr>
              <a:t>Statement</a:t>
            </a:r>
          </a:p>
        </p:txBody>
      </p:sp>
      <p:sp>
        <p:nvSpPr>
          <p:cNvPr id="2" name="object 2"/>
          <p:cNvSpPr/>
          <p:nvPr/>
        </p:nvSpPr>
        <p:spPr>
          <a:xfrm>
            <a:off x="3048000" y="1581155"/>
            <a:ext cx="7620000" cy="36830"/>
          </a:xfrm>
          <a:custGeom>
            <a:avLst/>
            <a:gdLst/>
            <a:ahLst/>
            <a:cxnLst/>
            <a:rect l="l" t="t" r="r" b="b"/>
            <a:pathLst>
              <a:path w="7620000" h="36830">
                <a:moveTo>
                  <a:pt x="7619999" y="36512"/>
                </a:moveTo>
                <a:lnTo>
                  <a:pt x="0" y="36512"/>
                </a:lnTo>
                <a:lnTo>
                  <a:pt x="0" y="0"/>
                </a:lnTo>
                <a:lnTo>
                  <a:pt x="7619999" y="0"/>
                </a:lnTo>
                <a:lnTo>
                  <a:pt x="7619999" y="36512"/>
                </a:lnTo>
                <a:close/>
              </a:path>
            </a:pathLst>
          </a:custGeom>
          <a:solidFill>
            <a:srgbClr val="33CCCC"/>
          </a:solidFill>
        </p:spPr>
        <p:txBody>
          <a:bodyPr wrap="square" lIns="0" tIns="0" rIns="0" bIns="0" rtlCol="0"/>
          <a:lstStyle/>
          <a:p>
            <a:endParaRPr/>
          </a:p>
        </p:txBody>
      </p:sp>
      <p:sp>
        <p:nvSpPr>
          <p:cNvPr id="3" name="object 3"/>
          <p:cNvSpPr txBox="1"/>
          <p:nvPr/>
        </p:nvSpPr>
        <p:spPr>
          <a:xfrm>
            <a:off x="1144366" y="1938523"/>
            <a:ext cx="10514234" cy="3413755"/>
          </a:xfrm>
          <a:prstGeom prst="rect">
            <a:avLst/>
          </a:prstGeom>
        </p:spPr>
        <p:txBody>
          <a:bodyPr vert="horz" wrap="square" lIns="0" tIns="12700" rIns="0" bIns="0" rtlCol="0">
            <a:spAutoFit/>
          </a:bodyPr>
          <a:lstStyle/>
          <a:p>
            <a:r>
              <a:rPr lang="en-IN" sz="1700" dirty="0">
                <a:solidFill>
                  <a:srgbClr val="3A53A0"/>
                </a:solidFill>
              </a:rPr>
              <a:t>Sepsis is a life-threatening organ dysfunction where mortality rises every hour treatment is delayed, making early prediction 6 to 12 hours before onset critical. Machine learning models achieve strong performance — ensemble methods reach AUROC 0.85 to 0.91 and LSTM around 0.85 — with SHAP as the default explanation method. However, two gaps remain: ensemble and deep learning models are compared across different datasets and protocols, making fair comparison impossible; and no study evaluates whether SHAP explanations are stable, faithful, and robust under clinical conditions where features are correlated, lab values have 85 to 95 percent missingness, and theoretical work proves no ranking can be simultaneously faithful, stable, and complete. This means SHAP explanations are mathematically guaranteed to be unstable under retraining, yet clinicians receive them with no reliability indicator. Therefore, our project builds a unified comparison of ensemble and deep learning models under identical conditions, and a reliability layer that detects, diagnoses, and mitigates unreliable SHAP explanations, abstaining when reliability remains too low.</a:t>
            </a:r>
            <a:br>
              <a:rPr lang="en-IN" sz="1700" dirty="0">
                <a:solidFill>
                  <a:srgbClr val="3A53A0"/>
                </a:solidFill>
              </a:rPr>
            </a:br>
            <a:br>
              <a:rPr lang="en-IN" sz="1700" dirty="0">
                <a:solidFill>
                  <a:srgbClr val="3A53A0"/>
                </a:solidFill>
                <a:latin typeface="Trebuchet MS" panose="020B0603020202020204" pitchFamily="34" charset="0"/>
              </a:rPr>
            </a:br>
            <a:endParaRPr lang="en-IN" sz="1700" dirty="0">
              <a:solidFill>
                <a:srgbClr val="3A53A0"/>
              </a:solidFill>
              <a:latin typeface="Trebuchet MS" panose="020B0603020202020204" pitchFamily="34" charset="0"/>
              <a:cs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42499" y="502375"/>
            <a:ext cx="960975" cy="960975"/>
          </a:xfrm>
          <a:prstGeom prst="rect">
            <a:avLst/>
          </a:prstGeom>
        </p:spPr>
      </p:pic>
      <p:sp>
        <p:nvSpPr>
          <p:cNvPr id="4" name="object 4" descr="$PPTXTitle"/>
          <p:cNvSpPr txBox="1">
            <a:spLocks noGrp="1"/>
          </p:cNvSpPr>
          <p:nvPr>
            <p:ph type="title"/>
          </p:nvPr>
        </p:nvSpPr>
        <p:spPr>
          <a:prstGeom prst="rect">
            <a:avLst/>
          </a:prstGeom>
        </p:spPr>
        <p:txBody>
          <a:bodyPr vert="horz" wrap="square" lIns="0" tIns="94900" rIns="0" bIns="0" rtlCol="0">
            <a:spAutoFit/>
          </a:bodyPr>
          <a:lstStyle/>
          <a:p>
            <a:pPr marL="3476625">
              <a:lnSpc>
                <a:spcPct val="100000"/>
              </a:lnSpc>
              <a:spcBef>
                <a:spcPts val="100"/>
              </a:spcBef>
            </a:pPr>
            <a:r>
              <a:rPr b="0" dirty="0">
                <a:solidFill>
                  <a:srgbClr val="FF0000"/>
                </a:solidFill>
                <a:latin typeface="Trebuchet MS"/>
                <a:cs typeface="Trebuchet MS"/>
              </a:rPr>
              <a:t>Scope</a:t>
            </a:r>
            <a:r>
              <a:rPr b="0" spc="-85" dirty="0">
                <a:solidFill>
                  <a:srgbClr val="FF0000"/>
                </a:solidFill>
                <a:latin typeface="Trebuchet MS"/>
                <a:cs typeface="Trebuchet MS"/>
              </a:rPr>
              <a:t> </a:t>
            </a:r>
            <a:r>
              <a:rPr b="0" dirty="0">
                <a:solidFill>
                  <a:srgbClr val="FF0000"/>
                </a:solidFill>
                <a:latin typeface="Trebuchet MS"/>
                <a:cs typeface="Trebuchet MS"/>
              </a:rPr>
              <a:t>and</a:t>
            </a:r>
            <a:r>
              <a:rPr b="0" spc="-80" dirty="0">
                <a:solidFill>
                  <a:srgbClr val="FF0000"/>
                </a:solidFill>
                <a:latin typeface="Trebuchet MS"/>
                <a:cs typeface="Trebuchet MS"/>
              </a:rPr>
              <a:t> </a:t>
            </a:r>
            <a:r>
              <a:rPr b="0" dirty="0">
                <a:solidFill>
                  <a:srgbClr val="FF0000"/>
                </a:solidFill>
                <a:latin typeface="Trebuchet MS"/>
                <a:cs typeface="Trebuchet MS"/>
              </a:rPr>
              <a:t>Feasibility</a:t>
            </a:r>
            <a:r>
              <a:rPr b="0" spc="-80" dirty="0">
                <a:solidFill>
                  <a:srgbClr val="FF0000"/>
                </a:solidFill>
                <a:latin typeface="Trebuchet MS"/>
                <a:cs typeface="Trebuchet MS"/>
              </a:rPr>
              <a:t> </a:t>
            </a:r>
            <a:r>
              <a:rPr b="0" spc="-20" dirty="0">
                <a:solidFill>
                  <a:srgbClr val="FF0000"/>
                </a:solidFill>
                <a:latin typeface="Trebuchet MS"/>
                <a:cs typeface="Trebuchet MS"/>
              </a:rPr>
              <a:t>study</a:t>
            </a:r>
          </a:p>
        </p:txBody>
      </p:sp>
      <p:sp>
        <p:nvSpPr>
          <p:cNvPr id="2" name="object 2"/>
          <p:cNvSpPr/>
          <p:nvPr/>
        </p:nvSpPr>
        <p:spPr>
          <a:xfrm>
            <a:off x="3048000" y="1581155"/>
            <a:ext cx="7620000" cy="36830"/>
          </a:xfrm>
          <a:custGeom>
            <a:avLst/>
            <a:gdLst/>
            <a:ahLst/>
            <a:cxnLst/>
            <a:rect l="l" t="t" r="r" b="b"/>
            <a:pathLst>
              <a:path w="7620000" h="36830">
                <a:moveTo>
                  <a:pt x="7619999" y="36512"/>
                </a:moveTo>
                <a:lnTo>
                  <a:pt x="0" y="36512"/>
                </a:lnTo>
                <a:lnTo>
                  <a:pt x="0" y="0"/>
                </a:lnTo>
                <a:lnTo>
                  <a:pt x="7619999" y="0"/>
                </a:lnTo>
                <a:lnTo>
                  <a:pt x="7619999" y="36512"/>
                </a:lnTo>
                <a:close/>
              </a:path>
            </a:pathLst>
          </a:custGeom>
          <a:solidFill>
            <a:srgbClr val="33CCCC"/>
          </a:solidFill>
        </p:spPr>
        <p:txBody>
          <a:bodyPr wrap="square" lIns="0" tIns="0" rIns="0" bIns="0" rtlCol="0"/>
          <a:lstStyle/>
          <a:p>
            <a:endParaRPr/>
          </a:p>
        </p:txBody>
      </p:sp>
      <p:sp>
        <p:nvSpPr>
          <p:cNvPr id="3" name="object 3"/>
          <p:cNvSpPr txBox="1"/>
          <p:nvPr/>
        </p:nvSpPr>
        <p:spPr>
          <a:xfrm>
            <a:off x="1466680" y="1828800"/>
            <a:ext cx="9201150" cy="3413755"/>
          </a:xfrm>
          <a:prstGeom prst="rect">
            <a:avLst/>
          </a:prstGeom>
        </p:spPr>
        <p:txBody>
          <a:bodyPr vert="horz" wrap="square" lIns="0" tIns="12700" rIns="0" bIns="0" rtlCol="0">
            <a:spAutoFit/>
          </a:bodyPr>
          <a:lstStyle/>
          <a:p>
            <a:pPr lvl="0"/>
            <a:r>
              <a:rPr lang="en-IN" sz="1700" dirty="0">
                <a:solidFill>
                  <a:srgbClr val="3A53A0"/>
                </a:solidFill>
                <a:latin typeface="Trebuchet MS" panose="020B0603020202020204" pitchFamily="34" charset="0"/>
              </a:rPr>
              <a:t>The scope of this project covers early sepsis prediction 6 to 12 hours before clinical onset using the PhysioNet/</a:t>
            </a:r>
            <a:r>
              <a:rPr lang="en-IN" sz="1700" dirty="0" err="1">
                <a:solidFill>
                  <a:srgbClr val="3A53A0"/>
                </a:solidFill>
                <a:latin typeface="Trebuchet MS" panose="020B0603020202020204" pitchFamily="34" charset="0"/>
              </a:rPr>
              <a:t>CinC</a:t>
            </a:r>
            <a:r>
              <a:rPr lang="en-IN" sz="1700" dirty="0">
                <a:solidFill>
                  <a:srgbClr val="3A53A0"/>
                </a:solidFill>
                <a:latin typeface="Trebuchet MS" panose="020B0603020202020204" pitchFamily="34" charset="0"/>
              </a:rPr>
              <a:t> Challenge 2019 dataset, comparing ensemble models (</a:t>
            </a:r>
            <a:r>
              <a:rPr lang="en-IN" sz="1700" dirty="0" err="1">
                <a:solidFill>
                  <a:srgbClr val="3A53A0"/>
                </a:solidFill>
                <a:latin typeface="Trebuchet MS" panose="020B0603020202020204" pitchFamily="34" charset="0"/>
              </a:rPr>
              <a:t>XGBoost</a:t>
            </a:r>
            <a:r>
              <a:rPr lang="en-IN" sz="1700" dirty="0">
                <a:solidFill>
                  <a:srgbClr val="3A53A0"/>
                </a:solidFill>
                <a:latin typeface="Trebuchet MS" panose="020B0603020202020204" pitchFamily="34" charset="0"/>
              </a:rPr>
              <a:t>, Random Forest) against deep learning (LSTM) under identical preprocessing, patient-level splits, and evaluation protocols. Explanation methods include </a:t>
            </a:r>
            <a:r>
              <a:rPr lang="en-IN" sz="1700" dirty="0" err="1">
                <a:solidFill>
                  <a:srgbClr val="3A53A0"/>
                </a:solidFill>
                <a:latin typeface="Trebuchet MS" panose="020B0603020202020204" pitchFamily="34" charset="0"/>
              </a:rPr>
              <a:t>TreeSHAP</a:t>
            </a:r>
            <a:r>
              <a:rPr lang="en-IN" sz="1700" dirty="0">
                <a:solidFill>
                  <a:srgbClr val="3A53A0"/>
                </a:solidFill>
                <a:latin typeface="Trebuchet MS" panose="020B0603020202020204" pitchFamily="34" charset="0"/>
              </a:rPr>
              <a:t>, Kernel SHAP, and Integrated Gradients. The reliability layer detects unstable, unfaithful, or non-robust explanations, diagnoses failure modes (feature correlation, missingness, model instability, temporal shift), applies targeted mitigation, and abstains when reliability remains low. Feasibility is threefold. Implementation is feasible because all components have mature implementations. Evaluation is feasible because independent failure labels are defined before detection, avoiding circularity. Systematic feasibility is grounded in the Attribution Impossibility result, which proves detection — not elimination — is the correct goal under feature collinearity.</a:t>
            </a:r>
            <a:br>
              <a:rPr lang="en-IN" sz="1700" dirty="0">
                <a:solidFill>
                  <a:srgbClr val="3A53A0"/>
                </a:solidFill>
                <a:latin typeface="Trebuchet MS" panose="020B0603020202020204" pitchFamily="34" charset="0"/>
              </a:rPr>
            </a:br>
            <a:endParaRPr sz="1700" dirty="0">
              <a:solidFill>
                <a:srgbClr val="3A53A0"/>
              </a:solidFill>
              <a:latin typeface="Trebuchet MS" panose="020B0603020202020204" pitchFamily="34" charset="0"/>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42499" y="502375"/>
            <a:ext cx="960975" cy="960975"/>
          </a:xfrm>
          <a:prstGeom prst="rect">
            <a:avLst/>
          </a:prstGeom>
        </p:spPr>
      </p:pic>
      <p:sp>
        <p:nvSpPr>
          <p:cNvPr id="4" name="object 4" descr="$PPTXTitle"/>
          <p:cNvSpPr txBox="1">
            <a:spLocks noGrp="1"/>
          </p:cNvSpPr>
          <p:nvPr>
            <p:ph type="title"/>
          </p:nvPr>
        </p:nvSpPr>
        <p:spPr>
          <a:prstGeom prst="rect">
            <a:avLst/>
          </a:prstGeom>
        </p:spPr>
        <p:txBody>
          <a:bodyPr vert="horz" wrap="square" lIns="0" tIns="94900" rIns="0" bIns="0" rtlCol="0">
            <a:spAutoFit/>
          </a:bodyPr>
          <a:lstStyle/>
          <a:p>
            <a:pPr marL="3476625">
              <a:lnSpc>
                <a:spcPct val="100000"/>
              </a:lnSpc>
              <a:spcBef>
                <a:spcPts val="100"/>
              </a:spcBef>
            </a:pPr>
            <a:r>
              <a:rPr b="0" dirty="0">
                <a:solidFill>
                  <a:srgbClr val="FF0000"/>
                </a:solidFill>
                <a:latin typeface="Trebuchet MS"/>
                <a:cs typeface="Trebuchet MS"/>
              </a:rPr>
              <a:t>Scope</a:t>
            </a:r>
            <a:r>
              <a:rPr b="0" spc="-85" dirty="0">
                <a:solidFill>
                  <a:srgbClr val="FF0000"/>
                </a:solidFill>
                <a:latin typeface="Trebuchet MS"/>
                <a:cs typeface="Trebuchet MS"/>
              </a:rPr>
              <a:t> </a:t>
            </a:r>
            <a:r>
              <a:rPr b="0" dirty="0">
                <a:solidFill>
                  <a:srgbClr val="FF0000"/>
                </a:solidFill>
                <a:latin typeface="Trebuchet MS"/>
                <a:cs typeface="Trebuchet MS"/>
              </a:rPr>
              <a:t>and</a:t>
            </a:r>
            <a:r>
              <a:rPr b="0" spc="-80" dirty="0">
                <a:solidFill>
                  <a:srgbClr val="FF0000"/>
                </a:solidFill>
                <a:latin typeface="Trebuchet MS"/>
                <a:cs typeface="Trebuchet MS"/>
              </a:rPr>
              <a:t> </a:t>
            </a:r>
            <a:r>
              <a:rPr b="0" dirty="0">
                <a:solidFill>
                  <a:srgbClr val="FF0000"/>
                </a:solidFill>
                <a:latin typeface="Trebuchet MS"/>
                <a:cs typeface="Trebuchet MS"/>
              </a:rPr>
              <a:t>Feasibility</a:t>
            </a:r>
            <a:r>
              <a:rPr b="0" spc="-80" dirty="0">
                <a:solidFill>
                  <a:srgbClr val="FF0000"/>
                </a:solidFill>
                <a:latin typeface="Trebuchet MS"/>
                <a:cs typeface="Trebuchet MS"/>
              </a:rPr>
              <a:t> </a:t>
            </a:r>
            <a:r>
              <a:rPr b="0" spc="-20" dirty="0">
                <a:solidFill>
                  <a:srgbClr val="FF0000"/>
                </a:solidFill>
                <a:latin typeface="Trebuchet MS"/>
                <a:cs typeface="Trebuchet MS"/>
              </a:rPr>
              <a:t>study</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sp>
        <p:nvSpPr>
          <p:cNvPr id="3" name="object 3"/>
          <p:cNvSpPr txBox="1"/>
          <p:nvPr/>
        </p:nvSpPr>
        <p:spPr>
          <a:xfrm>
            <a:off x="1368425" y="1764996"/>
            <a:ext cx="10137775" cy="4721805"/>
          </a:xfrm>
          <a:prstGeom prst="rect">
            <a:avLst/>
          </a:prstGeom>
        </p:spPr>
        <p:txBody>
          <a:bodyPr vert="horz" wrap="square" lIns="0" tIns="12700" rIns="0" bIns="0" rtlCol="0">
            <a:spAutoFit/>
          </a:bodyPr>
          <a:lstStyle/>
          <a:p>
            <a:pPr algn="just"/>
            <a:r>
              <a:rPr lang="en-IN" sz="1700" b="1" dirty="0">
                <a:solidFill>
                  <a:srgbClr val="3A53A0"/>
                </a:solidFill>
                <a:latin typeface="Trebuchet MS" panose="020B0603020202020204" pitchFamily="34" charset="0"/>
              </a:rPr>
              <a:t>Model Landscape</a:t>
            </a:r>
            <a:endParaRPr lang="en-IN" sz="1700" dirty="0">
              <a:solidFill>
                <a:srgbClr val="3A53A0"/>
              </a:solidFill>
              <a:latin typeface="Trebuchet MS" panose="020B0603020202020204" pitchFamily="34" charset="0"/>
            </a:endParaRPr>
          </a:p>
          <a:p>
            <a:pPr algn="just"/>
            <a:r>
              <a:rPr lang="en-IN" sz="1700" dirty="0">
                <a:solidFill>
                  <a:srgbClr val="3A53A0"/>
                </a:solidFill>
                <a:latin typeface="Trebuchet MS" panose="020B0603020202020204" pitchFamily="34" charset="0"/>
              </a:rPr>
              <a:t>Early sepsis prediction has been approached with two model families. Ensemble methods such as </a:t>
            </a:r>
            <a:r>
              <a:rPr lang="en-IN" sz="1700" dirty="0" err="1">
                <a:solidFill>
                  <a:srgbClr val="3A53A0"/>
                </a:solidFill>
                <a:latin typeface="Trebuchet MS" panose="020B0603020202020204" pitchFamily="34" charset="0"/>
              </a:rPr>
              <a:t>XGBoost</a:t>
            </a:r>
            <a:r>
              <a:rPr lang="en-IN" sz="1700" dirty="0">
                <a:solidFill>
                  <a:srgbClr val="3A53A0"/>
                </a:solidFill>
                <a:latin typeface="Trebuchet MS" panose="020B0603020202020204" pitchFamily="34" charset="0"/>
              </a:rPr>
              <a:t>, Random Forest, and </a:t>
            </a:r>
            <a:r>
              <a:rPr lang="en-IN" sz="1700" dirty="0" err="1">
                <a:solidFill>
                  <a:srgbClr val="3A53A0"/>
                </a:solidFill>
                <a:latin typeface="Trebuchet MS" panose="020B0603020202020204" pitchFamily="34" charset="0"/>
              </a:rPr>
              <a:t>LightGBM</a:t>
            </a:r>
            <a:r>
              <a:rPr lang="en-IN" sz="1700" dirty="0">
                <a:solidFill>
                  <a:srgbClr val="3A53A0"/>
                </a:solidFill>
                <a:latin typeface="Trebuchet MS" panose="020B0603020202020204" pitchFamily="34" charset="0"/>
              </a:rPr>
              <a:t> perform well on structured ICU data, achieving AUROC between 0.85 and 0.91 on PhysioNet/</a:t>
            </a:r>
            <a:r>
              <a:rPr lang="en-IN" sz="1700" dirty="0" err="1">
                <a:solidFill>
                  <a:srgbClr val="3A53A0"/>
                </a:solidFill>
                <a:latin typeface="Trebuchet MS" panose="020B0603020202020204" pitchFamily="34" charset="0"/>
              </a:rPr>
              <a:t>CinC</a:t>
            </a:r>
            <a:r>
              <a:rPr lang="en-IN" sz="1700" dirty="0">
                <a:solidFill>
                  <a:srgbClr val="3A53A0"/>
                </a:solidFill>
                <a:latin typeface="Trebuchet MS" panose="020B0603020202020204" pitchFamily="34" charset="0"/>
              </a:rPr>
              <a:t> Challenge 2019. Deep learning models such as LSTM, GRU, and Transformer capture temporal dependencies in patient trajectories, achieving AUROC around 0.85, with hybrid architectures like LSTM-GAT reaching 0.853 with five-seed validation. However, these models are evaluated on different preprocessing pipelines, data splits, and </a:t>
            </a:r>
            <a:r>
              <a:rPr lang="en-IN" sz="1700" dirty="0" err="1">
                <a:solidFill>
                  <a:srgbClr val="3A53A0"/>
                </a:solidFill>
                <a:latin typeface="Trebuchet MS" panose="020B0603020202020204" pitchFamily="34" charset="0"/>
              </a:rPr>
              <a:t>labeling</a:t>
            </a:r>
            <a:r>
              <a:rPr lang="en-IN" sz="1700" dirty="0">
                <a:solidFill>
                  <a:srgbClr val="3A53A0"/>
                </a:solidFill>
                <a:latin typeface="Trebuchet MS" panose="020B0603020202020204" pitchFamily="34" charset="0"/>
              </a:rPr>
              <a:t> strategies — making direct cross-paper comparison unreliable. No study compares both model families head-to-head under identical conditions.</a:t>
            </a:r>
          </a:p>
          <a:p>
            <a:pPr algn="just"/>
            <a:r>
              <a:rPr lang="en-IN" sz="1700" b="1" dirty="0">
                <a:solidFill>
                  <a:srgbClr val="3A53A0"/>
                </a:solidFill>
                <a:latin typeface="Trebuchet MS" panose="020B0603020202020204" pitchFamily="34" charset="0"/>
              </a:rPr>
              <a:t>Explainability Landscape</a:t>
            </a:r>
            <a:endParaRPr lang="en-IN" sz="1700" dirty="0">
              <a:solidFill>
                <a:srgbClr val="3A53A0"/>
              </a:solidFill>
              <a:latin typeface="Trebuchet MS" panose="020B0603020202020204" pitchFamily="34" charset="0"/>
            </a:endParaRPr>
          </a:p>
          <a:p>
            <a:pPr algn="just"/>
            <a:r>
              <a:rPr lang="en-IN" sz="1700" dirty="0">
                <a:solidFill>
                  <a:srgbClr val="3A53A0"/>
                </a:solidFill>
                <a:latin typeface="Trebuchet MS" panose="020B0603020202020204" pitchFamily="34" charset="0"/>
              </a:rPr>
              <a:t>SHAP has become the default method for explaining sepsis prediction models. A 2026 systematic review of 37 sepsis XAI studies found explainability adoption growing at approximately 67 percent per year, with SHAP dominating both global and local explanation tasks. The review confirmed that XAI-enhanced models maintain predictive accuracy and highlight clinically meaningful features. However, the same review identified a critical problem: key sepsis biomarkers such as procalcitonin and CRP rarely appear in high-importance feature rankings. Instead, explanations tend to highlight vital signs — the features measured most frequently in the ICU. This suggests SHAP explanations may reflect data collection patterns rather than pathophysiological truth.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41601" y="280400"/>
            <a:ext cx="856799" cy="856799"/>
          </a:xfrm>
          <a:prstGeom prst="rect">
            <a:avLst/>
          </a:prstGeom>
        </p:spPr>
      </p:pic>
      <p:sp>
        <p:nvSpPr>
          <p:cNvPr id="3" name="object 3" descr="$PPTXTitle"/>
          <p:cNvSpPr txBox="1">
            <a:spLocks noGrp="1"/>
          </p:cNvSpPr>
          <p:nvPr>
            <p:ph type="title"/>
          </p:nvPr>
        </p:nvSpPr>
        <p:spPr>
          <a:xfrm>
            <a:off x="8270478" y="652108"/>
            <a:ext cx="1600200" cy="391160"/>
          </a:xfrm>
          <a:prstGeom prst="rect">
            <a:avLst/>
          </a:prstGeom>
        </p:spPr>
        <p:txBody>
          <a:bodyPr vert="horz" wrap="square" lIns="0" tIns="12700" rIns="0" bIns="0" rtlCol="0">
            <a:spAutoFit/>
          </a:bodyPr>
          <a:lstStyle/>
          <a:p>
            <a:pPr marL="12700">
              <a:lnSpc>
                <a:spcPct val="100000"/>
              </a:lnSpc>
              <a:spcBef>
                <a:spcPts val="100"/>
              </a:spcBef>
            </a:pPr>
            <a:r>
              <a:rPr b="0" spc="-10" dirty="0">
                <a:solidFill>
                  <a:srgbClr val="FF0000"/>
                </a:solidFill>
                <a:latin typeface="Trebuchet MS"/>
                <a:cs typeface="Trebuchet MS"/>
              </a:rPr>
              <a:t>Background</a:t>
            </a:r>
          </a:p>
        </p:txBody>
      </p:sp>
      <p:sp>
        <p:nvSpPr>
          <p:cNvPr id="2" name="object 2"/>
          <p:cNvSpPr/>
          <p:nvPr/>
        </p:nvSpPr>
        <p:spPr>
          <a:xfrm>
            <a:off x="2573224" y="110060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sp>
        <p:nvSpPr>
          <p:cNvPr id="4" name="object 4"/>
          <p:cNvSpPr txBox="1"/>
          <p:nvPr/>
        </p:nvSpPr>
        <p:spPr>
          <a:xfrm>
            <a:off x="1368425" y="1358901"/>
            <a:ext cx="9230995" cy="4850130"/>
          </a:xfrm>
          <a:prstGeom prst="rect">
            <a:avLst/>
          </a:prstGeom>
        </p:spPr>
        <p:txBody>
          <a:bodyPr vert="horz" wrap="square" lIns="0" tIns="12700" rIns="0" bIns="0" rtlCol="0">
            <a:spAutoFit/>
          </a:bodyPr>
          <a:lstStyle/>
          <a:p>
            <a:pPr marL="12700" marR="273050">
              <a:lnSpc>
                <a:spcPct val="114999"/>
              </a:lnSpc>
              <a:spcBef>
                <a:spcPts val="100"/>
              </a:spcBef>
            </a:pPr>
            <a:r>
              <a:rPr sz="1700" dirty="0">
                <a:solidFill>
                  <a:srgbClr val="0033CC"/>
                </a:solidFill>
                <a:latin typeface="Trebuchet MS"/>
                <a:cs typeface="Trebuchet MS"/>
              </a:rPr>
              <a:t>Multimodal</a:t>
            </a:r>
            <a:r>
              <a:rPr sz="1700" spc="-35" dirty="0">
                <a:solidFill>
                  <a:srgbClr val="0033CC"/>
                </a:solidFill>
                <a:latin typeface="Trebuchet MS"/>
                <a:cs typeface="Trebuchet MS"/>
              </a:rPr>
              <a:t> </a:t>
            </a:r>
            <a:r>
              <a:rPr sz="1700" dirty="0">
                <a:solidFill>
                  <a:srgbClr val="0033CC"/>
                </a:solidFill>
                <a:latin typeface="Trebuchet MS"/>
                <a:cs typeface="Trebuchet MS"/>
              </a:rPr>
              <a:t>agents</a:t>
            </a:r>
            <a:r>
              <a:rPr sz="1700" spc="-30" dirty="0">
                <a:solidFill>
                  <a:srgbClr val="0033CC"/>
                </a:solidFill>
                <a:latin typeface="Trebuchet MS"/>
                <a:cs typeface="Trebuchet MS"/>
              </a:rPr>
              <a:t> </a:t>
            </a:r>
            <a:r>
              <a:rPr sz="1700" dirty="0">
                <a:solidFill>
                  <a:srgbClr val="0033CC"/>
                </a:solidFill>
                <a:latin typeface="Trebuchet MS"/>
                <a:cs typeface="Trebuchet MS"/>
              </a:rPr>
              <a:t>accept</a:t>
            </a:r>
            <a:r>
              <a:rPr sz="1700" spc="-35" dirty="0">
                <a:solidFill>
                  <a:srgbClr val="0033CC"/>
                </a:solidFill>
                <a:latin typeface="Trebuchet MS"/>
                <a:cs typeface="Trebuchet MS"/>
              </a:rPr>
              <a:t> </a:t>
            </a:r>
            <a:r>
              <a:rPr sz="1700" dirty="0">
                <a:solidFill>
                  <a:srgbClr val="0033CC"/>
                </a:solidFill>
                <a:latin typeface="Trebuchet MS"/>
                <a:cs typeface="Trebuchet MS"/>
              </a:rPr>
              <a:t>text,</a:t>
            </a:r>
            <a:r>
              <a:rPr sz="1700" spc="-35" dirty="0">
                <a:solidFill>
                  <a:srgbClr val="0033CC"/>
                </a:solidFill>
                <a:latin typeface="Trebuchet MS"/>
                <a:cs typeface="Trebuchet MS"/>
              </a:rPr>
              <a:t> </a:t>
            </a:r>
            <a:r>
              <a:rPr sz="1700" dirty="0">
                <a:solidFill>
                  <a:srgbClr val="0033CC"/>
                </a:solidFill>
                <a:latin typeface="Trebuchet MS"/>
                <a:cs typeface="Trebuchet MS"/>
              </a:rPr>
              <a:t>images,</a:t>
            </a:r>
            <a:r>
              <a:rPr sz="1700" spc="-30" dirty="0">
                <a:solidFill>
                  <a:srgbClr val="0033CC"/>
                </a:solidFill>
                <a:latin typeface="Trebuchet MS"/>
                <a:cs typeface="Trebuchet MS"/>
              </a:rPr>
              <a:t> </a:t>
            </a:r>
            <a:r>
              <a:rPr sz="1700" dirty="0">
                <a:solidFill>
                  <a:srgbClr val="0033CC"/>
                </a:solidFill>
                <a:latin typeface="Trebuchet MS"/>
                <a:cs typeface="Trebuchet MS"/>
              </a:rPr>
              <a:t>and</a:t>
            </a:r>
            <a:r>
              <a:rPr sz="1700" spc="-35" dirty="0">
                <a:solidFill>
                  <a:srgbClr val="0033CC"/>
                </a:solidFill>
                <a:latin typeface="Trebuchet MS"/>
                <a:cs typeface="Trebuchet MS"/>
              </a:rPr>
              <a:t> </a:t>
            </a:r>
            <a:r>
              <a:rPr sz="1700" dirty="0">
                <a:solidFill>
                  <a:srgbClr val="0033CC"/>
                </a:solidFill>
                <a:latin typeface="Trebuchet MS"/>
                <a:cs typeface="Trebuchet MS"/>
              </a:rPr>
              <a:t>voice,</a:t>
            </a:r>
            <a:r>
              <a:rPr sz="1700" spc="-30" dirty="0">
                <a:solidFill>
                  <a:srgbClr val="0033CC"/>
                </a:solidFill>
                <a:latin typeface="Trebuchet MS"/>
                <a:cs typeface="Trebuchet MS"/>
              </a:rPr>
              <a:t> </a:t>
            </a:r>
            <a:r>
              <a:rPr sz="1700" dirty="0">
                <a:solidFill>
                  <a:srgbClr val="0033CC"/>
                </a:solidFill>
                <a:latin typeface="Trebuchet MS"/>
                <a:cs typeface="Trebuchet MS"/>
              </a:rPr>
              <a:t>and</a:t>
            </a:r>
            <a:r>
              <a:rPr sz="1700" spc="-35" dirty="0">
                <a:solidFill>
                  <a:srgbClr val="0033CC"/>
                </a:solidFill>
                <a:latin typeface="Trebuchet MS"/>
                <a:cs typeface="Trebuchet MS"/>
              </a:rPr>
              <a:t> </a:t>
            </a:r>
            <a:r>
              <a:rPr sz="1700" dirty="0">
                <a:solidFill>
                  <a:srgbClr val="0033CC"/>
                </a:solidFill>
                <a:latin typeface="Trebuchet MS"/>
                <a:cs typeface="Trebuchet MS"/>
              </a:rPr>
              <a:t>in</a:t>
            </a:r>
            <a:r>
              <a:rPr sz="1700" spc="-30" dirty="0">
                <a:solidFill>
                  <a:srgbClr val="0033CC"/>
                </a:solidFill>
                <a:latin typeface="Trebuchet MS"/>
                <a:cs typeface="Trebuchet MS"/>
              </a:rPr>
              <a:t> </a:t>
            </a:r>
            <a:r>
              <a:rPr sz="1700" dirty="0">
                <a:solidFill>
                  <a:srgbClr val="0033CC"/>
                </a:solidFill>
                <a:latin typeface="Trebuchet MS"/>
                <a:cs typeface="Trebuchet MS"/>
              </a:rPr>
              <a:t>a</a:t>
            </a:r>
            <a:r>
              <a:rPr sz="1700" spc="-35" dirty="0">
                <a:solidFill>
                  <a:srgbClr val="0033CC"/>
                </a:solidFill>
                <a:latin typeface="Trebuchet MS"/>
                <a:cs typeface="Trebuchet MS"/>
              </a:rPr>
              <a:t> </a:t>
            </a:r>
            <a:r>
              <a:rPr sz="1700" spc="-10" dirty="0">
                <a:solidFill>
                  <a:srgbClr val="0033CC"/>
                </a:solidFill>
                <a:latin typeface="Trebuchet MS"/>
                <a:cs typeface="Trebuchet MS"/>
              </a:rPr>
              <a:t>multi-</a:t>
            </a:r>
            <a:r>
              <a:rPr sz="1700" dirty="0">
                <a:solidFill>
                  <a:srgbClr val="0033CC"/>
                </a:solidFill>
                <a:latin typeface="Trebuchet MS"/>
                <a:cs typeface="Trebuchet MS"/>
              </a:rPr>
              <a:t>agent</a:t>
            </a:r>
            <a:r>
              <a:rPr sz="1700" spc="-30" dirty="0">
                <a:solidFill>
                  <a:srgbClr val="0033CC"/>
                </a:solidFill>
                <a:latin typeface="Trebuchet MS"/>
                <a:cs typeface="Trebuchet MS"/>
              </a:rPr>
              <a:t> </a:t>
            </a:r>
            <a:r>
              <a:rPr sz="1700" dirty="0">
                <a:solidFill>
                  <a:srgbClr val="0033CC"/>
                </a:solidFill>
                <a:latin typeface="Trebuchet MS"/>
                <a:cs typeface="Trebuchet MS"/>
              </a:rPr>
              <a:t>pipeline</a:t>
            </a:r>
            <a:r>
              <a:rPr sz="1700" spc="-35" dirty="0">
                <a:solidFill>
                  <a:srgbClr val="0033CC"/>
                </a:solidFill>
                <a:latin typeface="Trebuchet MS"/>
                <a:cs typeface="Trebuchet MS"/>
              </a:rPr>
              <a:t> </a:t>
            </a:r>
            <a:r>
              <a:rPr sz="1700" dirty="0">
                <a:solidFill>
                  <a:srgbClr val="0033CC"/>
                </a:solidFill>
                <a:latin typeface="Trebuchet MS"/>
                <a:cs typeface="Trebuchet MS"/>
              </a:rPr>
              <a:t>several</a:t>
            </a:r>
            <a:r>
              <a:rPr sz="1700" spc="-30" dirty="0">
                <a:solidFill>
                  <a:srgbClr val="0033CC"/>
                </a:solidFill>
                <a:latin typeface="Trebuchet MS"/>
                <a:cs typeface="Trebuchet MS"/>
              </a:rPr>
              <a:t> </a:t>
            </a:r>
            <a:r>
              <a:rPr sz="1700" spc="-25" dirty="0">
                <a:solidFill>
                  <a:srgbClr val="0033CC"/>
                </a:solidFill>
                <a:latin typeface="Trebuchet MS"/>
                <a:cs typeface="Trebuchet MS"/>
              </a:rPr>
              <a:t>of </a:t>
            </a:r>
            <a:r>
              <a:rPr sz="1700" dirty="0">
                <a:solidFill>
                  <a:srgbClr val="0033CC"/>
                </a:solidFill>
                <a:latin typeface="Trebuchet MS"/>
                <a:cs typeface="Trebuchet MS"/>
              </a:rPr>
              <a:t>them</a:t>
            </a:r>
            <a:r>
              <a:rPr sz="1700" spc="-30" dirty="0">
                <a:solidFill>
                  <a:srgbClr val="0033CC"/>
                </a:solidFill>
                <a:latin typeface="Trebuchet MS"/>
                <a:cs typeface="Trebuchet MS"/>
              </a:rPr>
              <a:t> </a:t>
            </a:r>
            <a:r>
              <a:rPr sz="1700" dirty="0">
                <a:solidFill>
                  <a:srgbClr val="0033CC"/>
                </a:solidFill>
                <a:latin typeface="Trebuchet MS"/>
                <a:cs typeface="Trebuchet MS"/>
              </a:rPr>
              <a:t>are</a:t>
            </a:r>
            <a:r>
              <a:rPr sz="1700" spc="-25" dirty="0">
                <a:solidFill>
                  <a:srgbClr val="0033CC"/>
                </a:solidFill>
                <a:latin typeface="Trebuchet MS"/>
                <a:cs typeface="Trebuchet MS"/>
              </a:rPr>
              <a:t> </a:t>
            </a:r>
            <a:r>
              <a:rPr sz="1700" dirty="0">
                <a:solidFill>
                  <a:srgbClr val="0033CC"/>
                </a:solidFill>
                <a:latin typeface="Trebuchet MS"/>
                <a:cs typeface="Trebuchet MS"/>
              </a:rPr>
              <a:t>chained:</a:t>
            </a:r>
            <a:r>
              <a:rPr sz="1700" spc="-25" dirty="0">
                <a:solidFill>
                  <a:srgbClr val="0033CC"/>
                </a:solidFill>
                <a:latin typeface="Trebuchet MS"/>
                <a:cs typeface="Trebuchet MS"/>
              </a:rPr>
              <a:t> </a:t>
            </a:r>
            <a:r>
              <a:rPr sz="1700" dirty="0">
                <a:solidFill>
                  <a:srgbClr val="0033CC"/>
                </a:solidFill>
                <a:latin typeface="Trebuchet MS"/>
                <a:cs typeface="Trebuchet MS"/>
              </a:rPr>
              <a:t>a</a:t>
            </a:r>
            <a:r>
              <a:rPr sz="1700" spc="-25" dirty="0">
                <a:solidFill>
                  <a:srgbClr val="0033CC"/>
                </a:solidFill>
                <a:latin typeface="Trebuchet MS"/>
                <a:cs typeface="Trebuchet MS"/>
              </a:rPr>
              <a:t> </a:t>
            </a:r>
            <a:r>
              <a:rPr sz="1700" dirty="0">
                <a:solidFill>
                  <a:srgbClr val="0033CC"/>
                </a:solidFill>
                <a:latin typeface="Trebuchet MS"/>
                <a:cs typeface="Trebuchet MS"/>
              </a:rPr>
              <a:t>vision</a:t>
            </a:r>
            <a:r>
              <a:rPr sz="1700" spc="-30" dirty="0">
                <a:solidFill>
                  <a:srgbClr val="0033CC"/>
                </a:solidFill>
                <a:latin typeface="Trebuchet MS"/>
                <a:cs typeface="Trebuchet MS"/>
              </a:rPr>
              <a:t> </a:t>
            </a:r>
            <a:r>
              <a:rPr sz="1700" dirty="0">
                <a:solidFill>
                  <a:srgbClr val="0033CC"/>
                </a:solidFill>
                <a:latin typeface="Trebuchet MS"/>
                <a:cs typeface="Trebuchet MS"/>
              </a:rPr>
              <a:t>agent</a:t>
            </a:r>
            <a:r>
              <a:rPr sz="1700" spc="-25" dirty="0">
                <a:solidFill>
                  <a:srgbClr val="0033CC"/>
                </a:solidFill>
                <a:latin typeface="Trebuchet MS"/>
                <a:cs typeface="Trebuchet MS"/>
              </a:rPr>
              <a:t> </a:t>
            </a:r>
            <a:r>
              <a:rPr sz="1700" dirty="0">
                <a:solidFill>
                  <a:srgbClr val="0033CC"/>
                </a:solidFill>
                <a:latin typeface="Trebuchet MS"/>
                <a:cs typeface="Trebuchet MS"/>
              </a:rPr>
              <a:t>reads</a:t>
            </a:r>
            <a:r>
              <a:rPr sz="1700" spc="-25" dirty="0">
                <a:solidFill>
                  <a:srgbClr val="0033CC"/>
                </a:solidFill>
                <a:latin typeface="Trebuchet MS"/>
                <a:cs typeface="Trebuchet MS"/>
              </a:rPr>
              <a:t> </a:t>
            </a:r>
            <a:r>
              <a:rPr sz="1700" dirty="0">
                <a:solidFill>
                  <a:srgbClr val="0033CC"/>
                </a:solidFill>
                <a:latin typeface="Trebuchet MS"/>
                <a:cs typeface="Trebuchet MS"/>
              </a:rPr>
              <a:t>an</a:t>
            </a:r>
            <a:r>
              <a:rPr sz="1700" spc="-25" dirty="0">
                <a:solidFill>
                  <a:srgbClr val="0033CC"/>
                </a:solidFill>
                <a:latin typeface="Trebuchet MS"/>
                <a:cs typeface="Trebuchet MS"/>
              </a:rPr>
              <a:t> </a:t>
            </a:r>
            <a:r>
              <a:rPr sz="1700" dirty="0">
                <a:solidFill>
                  <a:srgbClr val="0033CC"/>
                </a:solidFill>
                <a:latin typeface="Trebuchet MS"/>
                <a:cs typeface="Trebuchet MS"/>
              </a:rPr>
              <a:t>image,</a:t>
            </a:r>
            <a:r>
              <a:rPr sz="1700" spc="-30" dirty="0">
                <a:solidFill>
                  <a:srgbClr val="0033CC"/>
                </a:solidFill>
                <a:latin typeface="Trebuchet MS"/>
                <a:cs typeface="Trebuchet MS"/>
              </a:rPr>
              <a:t> </a:t>
            </a:r>
            <a:r>
              <a:rPr sz="1700" dirty="0">
                <a:solidFill>
                  <a:srgbClr val="0033CC"/>
                </a:solidFill>
                <a:latin typeface="Trebuchet MS"/>
                <a:cs typeface="Trebuchet MS"/>
              </a:rPr>
              <a:t>a</a:t>
            </a:r>
            <a:r>
              <a:rPr sz="1700" spc="-25" dirty="0">
                <a:solidFill>
                  <a:srgbClr val="0033CC"/>
                </a:solidFill>
                <a:latin typeface="Trebuchet MS"/>
                <a:cs typeface="Trebuchet MS"/>
              </a:rPr>
              <a:t> </a:t>
            </a:r>
            <a:r>
              <a:rPr sz="1700" dirty="0">
                <a:solidFill>
                  <a:srgbClr val="0033CC"/>
                </a:solidFill>
                <a:latin typeface="Trebuchet MS"/>
                <a:cs typeface="Trebuchet MS"/>
              </a:rPr>
              <a:t>planner</a:t>
            </a:r>
            <a:r>
              <a:rPr sz="1700" spc="-25" dirty="0">
                <a:solidFill>
                  <a:srgbClr val="0033CC"/>
                </a:solidFill>
                <a:latin typeface="Trebuchet MS"/>
                <a:cs typeface="Trebuchet MS"/>
              </a:rPr>
              <a:t> </a:t>
            </a:r>
            <a:r>
              <a:rPr sz="1700" dirty="0">
                <a:solidFill>
                  <a:srgbClr val="0033CC"/>
                </a:solidFill>
                <a:latin typeface="Trebuchet MS"/>
                <a:cs typeface="Trebuchet MS"/>
              </a:rPr>
              <a:t>decides</a:t>
            </a:r>
            <a:r>
              <a:rPr sz="1700" spc="-25" dirty="0">
                <a:solidFill>
                  <a:srgbClr val="0033CC"/>
                </a:solidFill>
                <a:latin typeface="Trebuchet MS"/>
                <a:cs typeface="Trebuchet MS"/>
              </a:rPr>
              <a:t> </a:t>
            </a:r>
            <a:r>
              <a:rPr sz="1700" dirty="0">
                <a:solidFill>
                  <a:srgbClr val="0033CC"/>
                </a:solidFill>
                <a:latin typeface="Trebuchet MS"/>
                <a:cs typeface="Trebuchet MS"/>
              </a:rPr>
              <a:t>what</a:t>
            </a:r>
            <a:r>
              <a:rPr sz="1700" spc="-30" dirty="0">
                <a:solidFill>
                  <a:srgbClr val="0033CC"/>
                </a:solidFill>
                <a:latin typeface="Trebuchet MS"/>
                <a:cs typeface="Trebuchet MS"/>
              </a:rPr>
              <a:t> </a:t>
            </a:r>
            <a:r>
              <a:rPr sz="1700" dirty="0">
                <a:solidFill>
                  <a:srgbClr val="0033CC"/>
                </a:solidFill>
                <a:latin typeface="Trebuchet MS"/>
                <a:cs typeface="Trebuchet MS"/>
              </a:rPr>
              <a:t>to</a:t>
            </a:r>
            <a:r>
              <a:rPr sz="1700" spc="-25" dirty="0">
                <a:solidFill>
                  <a:srgbClr val="0033CC"/>
                </a:solidFill>
                <a:latin typeface="Trebuchet MS"/>
                <a:cs typeface="Trebuchet MS"/>
              </a:rPr>
              <a:t> </a:t>
            </a:r>
            <a:r>
              <a:rPr sz="1700" dirty="0">
                <a:solidFill>
                  <a:srgbClr val="0033CC"/>
                </a:solidFill>
                <a:latin typeface="Trebuchet MS"/>
                <a:cs typeface="Trebuchet MS"/>
              </a:rPr>
              <a:t>do,</a:t>
            </a:r>
            <a:r>
              <a:rPr sz="1700" spc="-25" dirty="0">
                <a:solidFill>
                  <a:srgbClr val="0033CC"/>
                </a:solidFill>
                <a:latin typeface="Trebuchet MS"/>
                <a:cs typeface="Trebuchet MS"/>
              </a:rPr>
              <a:t> </a:t>
            </a:r>
            <a:r>
              <a:rPr sz="1700" dirty="0">
                <a:solidFill>
                  <a:srgbClr val="0033CC"/>
                </a:solidFill>
                <a:latin typeface="Trebuchet MS"/>
                <a:cs typeface="Trebuchet MS"/>
              </a:rPr>
              <a:t>and</a:t>
            </a:r>
            <a:r>
              <a:rPr sz="1700" spc="-25" dirty="0">
                <a:solidFill>
                  <a:srgbClr val="0033CC"/>
                </a:solidFill>
                <a:latin typeface="Trebuchet MS"/>
                <a:cs typeface="Trebuchet MS"/>
              </a:rPr>
              <a:t> an </a:t>
            </a:r>
            <a:r>
              <a:rPr sz="1700" dirty="0">
                <a:solidFill>
                  <a:srgbClr val="0033CC"/>
                </a:solidFill>
                <a:latin typeface="Trebuchet MS"/>
                <a:cs typeface="Trebuchet MS"/>
              </a:rPr>
              <a:t>executor</a:t>
            </a:r>
            <a:r>
              <a:rPr sz="1700" spc="-30" dirty="0">
                <a:solidFill>
                  <a:srgbClr val="0033CC"/>
                </a:solidFill>
                <a:latin typeface="Trebuchet MS"/>
                <a:cs typeface="Trebuchet MS"/>
              </a:rPr>
              <a:t> </a:t>
            </a:r>
            <a:r>
              <a:rPr sz="1700" dirty="0">
                <a:solidFill>
                  <a:srgbClr val="0033CC"/>
                </a:solidFill>
                <a:latin typeface="Trebuchet MS"/>
                <a:cs typeface="Trebuchet MS"/>
              </a:rPr>
              <a:t>acts.</a:t>
            </a:r>
            <a:r>
              <a:rPr sz="1700" spc="-30" dirty="0">
                <a:solidFill>
                  <a:srgbClr val="0033CC"/>
                </a:solidFill>
                <a:latin typeface="Trebuchet MS"/>
                <a:cs typeface="Trebuchet MS"/>
              </a:rPr>
              <a:t> </a:t>
            </a:r>
            <a:r>
              <a:rPr sz="1700" dirty="0">
                <a:solidFill>
                  <a:srgbClr val="0033CC"/>
                </a:solidFill>
                <a:latin typeface="Trebuchet MS"/>
                <a:cs typeface="Trebuchet MS"/>
              </a:rPr>
              <a:t>Each</a:t>
            </a:r>
            <a:r>
              <a:rPr sz="1700" spc="-30" dirty="0">
                <a:solidFill>
                  <a:srgbClr val="0033CC"/>
                </a:solidFill>
                <a:latin typeface="Trebuchet MS"/>
                <a:cs typeface="Trebuchet MS"/>
              </a:rPr>
              <a:t> </a:t>
            </a:r>
            <a:r>
              <a:rPr sz="1700" dirty="0">
                <a:solidFill>
                  <a:srgbClr val="0033CC"/>
                </a:solidFill>
                <a:latin typeface="Trebuchet MS"/>
                <a:cs typeface="Trebuchet MS"/>
              </a:rPr>
              <a:t>agent's</a:t>
            </a:r>
            <a:r>
              <a:rPr sz="1700" spc="-30" dirty="0">
                <a:solidFill>
                  <a:srgbClr val="0033CC"/>
                </a:solidFill>
                <a:latin typeface="Trebuchet MS"/>
                <a:cs typeface="Trebuchet MS"/>
              </a:rPr>
              <a:t> </a:t>
            </a:r>
            <a:r>
              <a:rPr sz="1700" dirty="0">
                <a:solidFill>
                  <a:srgbClr val="0033CC"/>
                </a:solidFill>
                <a:latin typeface="Trebuchet MS"/>
                <a:cs typeface="Trebuchet MS"/>
              </a:rPr>
              <a:t>output</a:t>
            </a:r>
            <a:r>
              <a:rPr sz="1700" spc="-30" dirty="0">
                <a:solidFill>
                  <a:srgbClr val="0033CC"/>
                </a:solidFill>
                <a:latin typeface="Trebuchet MS"/>
                <a:cs typeface="Trebuchet MS"/>
              </a:rPr>
              <a:t> </a:t>
            </a:r>
            <a:r>
              <a:rPr sz="1700" dirty="0">
                <a:solidFill>
                  <a:srgbClr val="0033CC"/>
                </a:solidFill>
                <a:latin typeface="Trebuchet MS"/>
                <a:cs typeface="Trebuchet MS"/>
              </a:rPr>
              <a:t>becomes</a:t>
            </a:r>
            <a:r>
              <a:rPr sz="1700" spc="-25" dirty="0">
                <a:solidFill>
                  <a:srgbClr val="0033CC"/>
                </a:solidFill>
                <a:latin typeface="Trebuchet MS"/>
                <a:cs typeface="Trebuchet MS"/>
              </a:rPr>
              <a:t> </a:t>
            </a:r>
            <a:r>
              <a:rPr sz="1700" dirty="0">
                <a:solidFill>
                  <a:srgbClr val="0033CC"/>
                </a:solidFill>
                <a:latin typeface="Trebuchet MS"/>
                <a:cs typeface="Trebuchet MS"/>
              </a:rPr>
              <a:t>the</a:t>
            </a:r>
            <a:r>
              <a:rPr sz="1700" spc="-30" dirty="0">
                <a:solidFill>
                  <a:srgbClr val="0033CC"/>
                </a:solidFill>
                <a:latin typeface="Trebuchet MS"/>
                <a:cs typeface="Trebuchet MS"/>
              </a:rPr>
              <a:t> </a:t>
            </a:r>
            <a:r>
              <a:rPr sz="1700" dirty="0">
                <a:solidFill>
                  <a:srgbClr val="0033CC"/>
                </a:solidFill>
                <a:latin typeface="Trebuchet MS"/>
                <a:cs typeface="Trebuchet MS"/>
              </a:rPr>
              <a:t>next</a:t>
            </a:r>
            <a:r>
              <a:rPr sz="1700" spc="-30" dirty="0">
                <a:solidFill>
                  <a:srgbClr val="0033CC"/>
                </a:solidFill>
                <a:latin typeface="Trebuchet MS"/>
                <a:cs typeface="Trebuchet MS"/>
              </a:rPr>
              <a:t> </a:t>
            </a:r>
            <a:r>
              <a:rPr sz="1700" dirty="0">
                <a:solidFill>
                  <a:srgbClr val="0033CC"/>
                </a:solidFill>
                <a:latin typeface="Trebuchet MS"/>
                <a:cs typeface="Trebuchet MS"/>
              </a:rPr>
              <a:t>one's</a:t>
            </a:r>
            <a:r>
              <a:rPr sz="1700" spc="-30" dirty="0">
                <a:solidFill>
                  <a:srgbClr val="0033CC"/>
                </a:solidFill>
                <a:latin typeface="Trebuchet MS"/>
                <a:cs typeface="Trebuchet MS"/>
              </a:rPr>
              <a:t> </a:t>
            </a:r>
            <a:r>
              <a:rPr sz="1700" dirty="0">
                <a:solidFill>
                  <a:srgbClr val="0033CC"/>
                </a:solidFill>
                <a:latin typeface="Trebuchet MS"/>
                <a:cs typeface="Trebuchet MS"/>
              </a:rPr>
              <a:t>input,</a:t>
            </a:r>
            <a:r>
              <a:rPr sz="1700" spc="-30" dirty="0">
                <a:solidFill>
                  <a:srgbClr val="0033CC"/>
                </a:solidFill>
                <a:latin typeface="Trebuchet MS"/>
                <a:cs typeface="Trebuchet MS"/>
              </a:rPr>
              <a:t> </a:t>
            </a:r>
            <a:r>
              <a:rPr sz="1700" dirty="0">
                <a:solidFill>
                  <a:srgbClr val="0033CC"/>
                </a:solidFill>
                <a:latin typeface="Trebuchet MS"/>
                <a:cs typeface="Trebuchet MS"/>
              </a:rPr>
              <a:t>often</a:t>
            </a:r>
            <a:r>
              <a:rPr sz="1700" spc="-30" dirty="0">
                <a:solidFill>
                  <a:srgbClr val="0033CC"/>
                </a:solidFill>
                <a:latin typeface="Trebuchet MS"/>
                <a:cs typeface="Trebuchet MS"/>
              </a:rPr>
              <a:t> </a:t>
            </a:r>
            <a:r>
              <a:rPr sz="1700" dirty="0">
                <a:solidFill>
                  <a:srgbClr val="0033CC"/>
                </a:solidFill>
                <a:latin typeface="Trebuchet MS"/>
                <a:cs typeface="Trebuchet MS"/>
              </a:rPr>
              <a:t>with</a:t>
            </a:r>
            <a:r>
              <a:rPr sz="1700" spc="-25" dirty="0">
                <a:solidFill>
                  <a:srgbClr val="0033CC"/>
                </a:solidFill>
                <a:latin typeface="Trebuchet MS"/>
                <a:cs typeface="Trebuchet MS"/>
              </a:rPr>
              <a:t> </a:t>
            </a:r>
            <a:r>
              <a:rPr sz="1700" dirty="0">
                <a:solidFill>
                  <a:srgbClr val="0033CC"/>
                </a:solidFill>
                <a:latin typeface="Trebuchet MS"/>
                <a:cs typeface="Trebuchet MS"/>
              </a:rPr>
              <a:t>more</a:t>
            </a:r>
            <a:r>
              <a:rPr sz="1700" spc="-30" dirty="0">
                <a:solidFill>
                  <a:srgbClr val="0033CC"/>
                </a:solidFill>
                <a:latin typeface="Trebuchet MS"/>
                <a:cs typeface="Trebuchet MS"/>
              </a:rPr>
              <a:t> </a:t>
            </a:r>
            <a:r>
              <a:rPr sz="1700" spc="-10" dirty="0">
                <a:solidFill>
                  <a:srgbClr val="0033CC"/>
                </a:solidFill>
                <a:latin typeface="Trebuchet MS"/>
                <a:cs typeface="Trebuchet MS"/>
              </a:rPr>
              <a:t>privilege. Image-</a:t>
            </a:r>
            <a:r>
              <a:rPr sz="1700" dirty="0">
                <a:solidFill>
                  <a:srgbClr val="0033CC"/>
                </a:solidFill>
                <a:latin typeface="Trebuchet MS"/>
                <a:cs typeface="Trebuchet MS"/>
              </a:rPr>
              <a:t>based</a:t>
            </a:r>
            <a:r>
              <a:rPr sz="1700" spc="-45" dirty="0">
                <a:solidFill>
                  <a:srgbClr val="0033CC"/>
                </a:solidFill>
                <a:latin typeface="Trebuchet MS"/>
                <a:cs typeface="Trebuchet MS"/>
              </a:rPr>
              <a:t> </a:t>
            </a:r>
            <a:r>
              <a:rPr sz="1700" dirty="0">
                <a:solidFill>
                  <a:srgbClr val="0033CC"/>
                </a:solidFill>
                <a:latin typeface="Trebuchet MS"/>
                <a:cs typeface="Trebuchet MS"/>
              </a:rPr>
              <a:t>prompt</a:t>
            </a:r>
            <a:r>
              <a:rPr sz="1700" spc="-40" dirty="0">
                <a:solidFill>
                  <a:srgbClr val="0033CC"/>
                </a:solidFill>
                <a:latin typeface="Trebuchet MS"/>
                <a:cs typeface="Trebuchet MS"/>
              </a:rPr>
              <a:t> </a:t>
            </a:r>
            <a:r>
              <a:rPr sz="1700" dirty="0">
                <a:solidFill>
                  <a:srgbClr val="0033CC"/>
                </a:solidFill>
                <a:latin typeface="Trebuchet MS"/>
                <a:cs typeface="Trebuchet MS"/>
              </a:rPr>
              <a:t>injection</a:t>
            </a:r>
            <a:r>
              <a:rPr sz="1700" spc="-40" dirty="0">
                <a:solidFill>
                  <a:srgbClr val="0033CC"/>
                </a:solidFill>
                <a:latin typeface="Trebuchet MS"/>
                <a:cs typeface="Trebuchet MS"/>
              </a:rPr>
              <a:t> </a:t>
            </a:r>
            <a:r>
              <a:rPr sz="1700" dirty="0">
                <a:solidFill>
                  <a:srgbClr val="0033CC"/>
                </a:solidFill>
                <a:latin typeface="Trebuchet MS"/>
                <a:cs typeface="Trebuchet MS"/>
              </a:rPr>
              <a:t>exploits</a:t>
            </a:r>
            <a:r>
              <a:rPr sz="1700" spc="-45" dirty="0">
                <a:solidFill>
                  <a:srgbClr val="0033CC"/>
                </a:solidFill>
                <a:latin typeface="Trebuchet MS"/>
                <a:cs typeface="Trebuchet MS"/>
              </a:rPr>
              <a:t> </a:t>
            </a:r>
            <a:r>
              <a:rPr sz="1700" dirty="0">
                <a:solidFill>
                  <a:srgbClr val="0033CC"/>
                </a:solidFill>
                <a:latin typeface="Trebuchet MS"/>
                <a:cs typeface="Trebuchet MS"/>
              </a:rPr>
              <a:t>this</a:t>
            </a:r>
            <a:r>
              <a:rPr sz="1700" spc="-40" dirty="0">
                <a:solidFill>
                  <a:srgbClr val="0033CC"/>
                </a:solidFill>
                <a:latin typeface="Trebuchet MS"/>
                <a:cs typeface="Trebuchet MS"/>
              </a:rPr>
              <a:t> </a:t>
            </a:r>
            <a:r>
              <a:rPr sz="1700" dirty="0">
                <a:solidFill>
                  <a:srgbClr val="0033CC"/>
                </a:solidFill>
                <a:latin typeface="Trebuchet MS"/>
                <a:cs typeface="Trebuchet MS"/>
              </a:rPr>
              <a:t>by</a:t>
            </a:r>
            <a:r>
              <a:rPr sz="1700" spc="-40" dirty="0">
                <a:solidFill>
                  <a:srgbClr val="0033CC"/>
                </a:solidFill>
                <a:latin typeface="Trebuchet MS"/>
                <a:cs typeface="Trebuchet MS"/>
              </a:rPr>
              <a:t> </a:t>
            </a:r>
            <a:r>
              <a:rPr sz="1700" dirty="0">
                <a:solidFill>
                  <a:srgbClr val="0033CC"/>
                </a:solidFill>
                <a:latin typeface="Trebuchet MS"/>
                <a:cs typeface="Trebuchet MS"/>
              </a:rPr>
              <a:t>hiding</a:t>
            </a:r>
            <a:r>
              <a:rPr sz="1700" spc="-45" dirty="0">
                <a:solidFill>
                  <a:srgbClr val="0033CC"/>
                </a:solidFill>
                <a:latin typeface="Trebuchet MS"/>
                <a:cs typeface="Trebuchet MS"/>
              </a:rPr>
              <a:t> </a:t>
            </a:r>
            <a:r>
              <a:rPr sz="1700" dirty="0">
                <a:solidFill>
                  <a:srgbClr val="0033CC"/>
                </a:solidFill>
                <a:latin typeface="Trebuchet MS"/>
                <a:cs typeface="Trebuchet MS"/>
              </a:rPr>
              <a:t>instructions</a:t>
            </a:r>
            <a:r>
              <a:rPr sz="1700" spc="-40" dirty="0">
                <a:solidFill>
                  <a:srgbClr val="0033CC"/>
                </a:solidFill>
                <a:latin typeface="Trebuchet MS"/>
                <a:cs typeface="Trebuchet MS"/>
              </a:rPr>
              <a:t> </a:t>
            </a:r>
            <a:r>
              <a:rPr sz="1700" dirty="0">
                <a:solidFill>
                  <a:srgbClr val="0033CC"/>
                </a:solidFill>
                <a:latin typeface="Trebuchet MS"/>
                <a:cs typeface="Trebuchet MS"/>
              </a:rPr>
              <a:t>inside</a:t>
            </a:r>
            <a:r>
              <a:rPr sz="1700" spc="-40" dirty="0">
                <a:solidFill>
                  <a:srgbClr val="0033CC"/>
                </a:solidFill>
                <a:latin typeface="Trebuchet MS"/>
                <a:cs typeface="Trebuchet MS"/>
              </a:rPr>
              <a:t> </a:t>
            </a:r>
            <a:r>
              <a:rPr sz="1700" dirty="0">
                <a:solidFill>
                  <a:srgbClr val="0033CC"/>
                </a:solidFill>
                <a:latin typeface="Trebuchet MS"/>
                <a:cs typeface="Trebuchet MS"/>
              </a:rPr>
              <a:t>an</a:t>
            </a:r>
            <a:r>
              <a:rPr sz="1700" spc="-40" dirty="0">
                <a:solidFill>
                  <a:srgbClr val="0033CC"/>
                </a:solidFill>
                <a:latin typeface="Trebuchet MS"/>
                <a:cs typeface="Trebuchet MS"/>
              </a:rPr>
              <a:t> </a:t>
            </a:r>
            <a:r>
              <a:rPr sz="1700" dirty="0">
                <a:solidFill>
                  <a:srgbClr val="0033CC"/>
                </a:solidFill>
                <a:latin typeface="Trebuchet MS"/>
                <a:cs typeface="Trebuchet MS"/>
              </a:rPr>
              <a:t>image,</a:t>
            </a:r>
            <a:r>
              <a:rPr sz="1700" spc="-45" dirty="0">
                <a:solidFill>
                  <a:srgbClr val="0033CC"/>
                </a:solidFill>
                <a:latin typeface="Trebuchet MS"/>
                <a:cs typeface="Trebuchet MS"/>
              </a:rPr>
              <a:t> </a:t>
            </a:r>
            <a:r>
              <a:rPr sz="1700" dirty="0">
                <a:solidFill>
                  <a:srgbClr val="0033CC"/>
                </a:solidFill>
                <a:latin typeface="Trebuchet MS"/>
                <a:cs typeface="Trebuchet MS"/>
              </a:rPr>
              <a:t>such</a:t>
            </a:r>
            <a:r>
              <a:rPr sz="1700" spc="-40" dirty="0">
                <a:solidFill>
                  <a:srgbClr val="0033CC"/>
                </a:solidFill>
                <a:latin typeface="Trebuchet MS"/>
                <a:cs typeface="Trebuchet MS"/>
              </a:rPr>
              <a:t> </a:t>
            </a:r>
            <a:r>
              <a:rPr sz="1700" spc="-25" dirty="0">
                <a:solidFill>
                  <a:srgbClr val="0033CC"/>
                </a:solidFill>
                <a:latin typeface="Trebuchet MS"/>
                <a:cs typeface="Trebuchet MS"/>
              </a:rPr>
              <a:t>as </a:t>
            </a:r>
            <a:r>
              <a:rPr sz="1700" dirty="0">
                <a:solidFill>
                  <a:srgbClr val="0033CC"/>
                </a:solidFill>
                <a:latin typeface="Trebuchet MS"/>
                <a:cs typeface="Trebuchet MS"/>
              </a:rPr>
              <a:t>overlaid</a:t>
            </a:r>
            <a:r>
              <a:rPr sz="1700" spc="-40" dirty="0">
                <a:solidFill>
                  <a:srgbClr val="0033CC"/>
                </a:solidFill>
                <a:latin typeface="Trebuchet MS"/>
                <a:cs typeface="Trebuchet MS"/>
              </a:rPr>
              <a:t> </a:t>
            </a:r>
            <a:r>
              <a:rPr sz="1700" dirty="0">
                <a:solidFill>
                  <a:srgbClr val="0033CC"/>
                </a:solidFill>
                <a:latin typeface="Trebuchet MS"/>
                <a:cs typeface="Trebuchet MS"/>
              </a:rPr>
              <a:t>text,</a:t>
            </a:r>
            <a:r>
              <a:rPr sz="1700" spc="-40" dirty="0">
                <a:solidFill>
                  <a:srgbClr val="0033CC"/>
                </a:solidFill>
                <a:latin typeface="Trebuchet MS"/>
                <a:cs typeface="Trebuchet MS"/>
              </a:rPr>
              <a:t> </a:t>
            </a:r>
            <a:r>
              <a:rPr sz="1700" dirty="0">
                <a:solidFill>
                  <a:srgbClr val="0033CC"/>
                </a:solidFill>
                <a:latin typeface="Trebuchet MS"/>
                <a:cs typeface="Trebuchet MS"/>
              </a:rPr>
              <a:t>steganographic</a:t>
            </a:r>
            <a:r>
              <a:rPr sz="1700" spc="-35" dirty="0">
                <a:solidFill>
                  <a:srgbClr val="0033CC"/>
                </a:solidFill>
                <a:latin typeface="Trebuchet MS"/>
                <a:cs typeface="Trebuchet MS"/>
              </a:rPr>
              <a:t> </a:t>
            </a:r>
            <a:r>
              <a:rPr sz="1700" dirty="0">
                <a:solidFill>
                  <a:srgbClr val="0033CC"/>
                </a:solidFill>
                <a:latin typeface="Trebuchet MS"/>
                <a:cs typeface="Trebuchet MS"/>
              </a:rPr>
              <a:t>patterns,</a:t>
            </a:r>
            <a:r>
              <a:rPr sz="1700" spc="-40" dirty="0">
                <a:solidFill>
                  <a:srgbClr val="0033CC"/>
                </a:solidFill>
                <a:latin typeface="Trebuchet MS"/>
                <a:cs typeface="Trebuchet MS"/>
              </a:rPr>
              <a:t> </a:t>
            </a:r>
            <a:r>
              <a:rPr sz="1700" dirty="0">
                <a:solidFill>
                  <a:srgbClr val="0033CC"/>
                </a:solidFill>
                <a:latin typeface="Trebuchet MS"/>
                <a:cs typeface="Trebuchet MS"/>
              </a:rPr>
              <a:t>or</a:t>
            </a:r>
            <a:r>
              <a:rPr sz="1700" spc="-40" dirty="0">
                <a:solidFill>
                  <a:srgbClr val="0033CC"/>
                </a:solidFill>
                <a:latin typeface="Trebuchet MS"/>
                <a:cs typeface="Trebuchet MS"/>
              </a:rPr>
              <a:t> </a:t>
            </a:r>
            <a:r>
              <a:rPr sz="1700" dirty="0">
                <a:solidFill>
                  <a:srgbClr val="0033CC"/>
                </a:solidFill>
                <a:latin typeface="Trebuchet MS"/>
                <a:cs typeface="Trebuchet MS"/>
              </a:rPr>
              <a:t>crafted</a:t>
            </a:r>
            <a:r>
              <a:rPr sz="1700" spc="-35" dirty="0">
                <a:solidFill>
                  <a:srgbClr val="0033CC"/>
                </a:solidFill>
                <a:latin typeface="Trebuchet MS"/>
                <a:cs typeface="Trebuchet MS"/>
              </a:rPr>
              <a:t> </a:t>
            </a:r>
            <a:r>
              <a:rPr sz="1700" dirty="0">
                <a:solidFill>
                  <a:srgbClr val="0033CC"/>
                </a:solidFill>
                <a:latin typeface="Trebuchet MS"/>
                <a:cs typeface="Trebuchet MS"/>
              </a:rPr>
              <a:t>visual</a:t>
            </a:r>
            <a:r>
              <a:rPr sz="1700" spc="-40" dirty="0">
                <a:solidFill>
                  <a:srgbClr val="0033CC"/>
                </a:solidFill>
                <a:latin typeface="Trebuchet MS"/>
                <a:cs typeface="Trebuchet MS"/>
              </a:rPr>
              <a:t> </a:t>
            </a:r>
            <a:r>
              <a:rPr sz="1700" dirty="0">
                <a:solidFill>
                  <a:srgbClr val="0033CC"/>
                </a:solidFill>
                <a:latin typeface="Trebuchet MS"/>
                <a:cs typeface="Trebuchet MS"/>
              </a:rPr>
              <a:t>structures,</a:t>
            </a:r>
            <a:r>
              <a:rPr sz="1700" spc="-40" dirty="0">
                <a:solidFill>
                  <a:srgbClr val="0033CC"/>
                </a:solidFill>
                <a:latin typeface="Trebuchet MS"/>
                <a:cs typeface="Trebuchet MS"/>
              </a:rPr>
              <a:t> </a:t>
            </a:r>
            <a:r>
              <a:rPr sz="1700" dirty="0">
                <a:solidFill>
                  <a:srgbClr val="0033CC"/>
                </a:solidFill>
                <a:latin typeface="Trebuchet MS"/>
                <a:cs typeface="Trebuchet MS"/>
              </a:rPr>
              <a:t>which</a:t>
            </a:r>
            <a:r>
              <a:rPr sz="1700" spc="-35" dirty="0">
                <a:solidFill>
                  <a:srgbClr val="0033CC"/>
                </a:solidFill>
                <a:latin typeface="Trebuchet MS"/>
                <a:cs typeface="Trebuchet MS"/>
              </a:rPr>
              <a:t> </a:t>
            </a:r>
            <a:r>
              <a:rPr sz="1700" dirty="0">
                <a:solidFill>
                  <a:srgbClr val="0033CC"/>
                </a:solidFill>
                <a:latin typeface="Trebuchet MS"/>
                <a:cs typeface="Trebuchet MS"/>
              </a:rPr>
              <a:t>a</a:t>
            </a:r>
            <a:r>
              <a:rPr sz="1700" spc="-40" dirty="0">
                <a:solidFill>
                  <a:srgbClr val="0033CC"/>
                </a:solidFill>
                <a:latin typeface="Trebuchet MS"/>
                <a:cs typeface="Trebuchet MS"/>
              </a:rPr>
              <a:t> </a:t>
            </a:r>
            <a:r>
              <a:rPr sz="1700" spc="-10" dirty="0">
                <a:solidFill>
                  <a:srgbClr val="0033CC"/>
                </a:solidFill>
                <a:latin typeface="Trebuchet MS"/>
                <a:cs typeface="Trebuchet MS"/>
              </a:rPr>
              <a:t>vision-enabled </a:t>
            </a:r>
            <a:r>
              <a:rPr sz="1700" dirty="0">
                <a:solidFill>
                  <a:srgbClr val="0033CC"/>
                </a:solidFill>
                <a:latin typeface="Trebuchet MS"/>
                <a:cs typeface="Trebuchet MS"/>
              </a:rPr>
              <a:t>agent</a:t>
            </a:r>
            <a:r>
              <a:rPr sz="1700" spc="-30" dirty="0">
                <a:solidFill>
                  <a:srgbClr val="0033CC"/>
                </a:solidFill>
                <a:latin typeface="Trebuchet MS"/>
                <a:cs typeface="Trebuchet MS"/>
              </a:rPr>
              <a:t> </a:t>
            </a:r>
            <a:r>
              <a:rPr sz="1700" dirty="0">
                <a:solidFill>
                  <a:srgbClr val="0033CC"/>
                </a:solidFill>
                <a:latin typeface="Trebuchet MS"/>
                <a:cs typeface="Trebuchet MS"/>
              </a:rPr>
              <a:t>may</a:t>
            </a:r>
            <a:r>
              <a:rPr sz="1700" spc="-20" dirty="0">
                <a:solidFill>
                  <a:srgbClr val="0033CC"/>
                </a:solidFill>
                <a:latin typeface="Trebuchet MS"/>
                <a:cs typeface="Trebuchet MS"/>
              </a:rPr>
              <a:t> </a:t>
            </a:r>
            <a:r>
              <a:rPr sz="1700" dirty="0">
                <a:solidFill>
                  <a:srgbClr val="0033CC"/>
                </a:solidFill>
                <a:latin typeface="Trebuchet MS"/>
                <a:cs typeface="Trebuchet MS"/>
              </a:rPr>
              <a:t>follow</a:t>
            </a:r>
            <a:r>
              <a:rPr sz="1700" spc="-20" dirty="0">
                <a:solidFill>
                  <a:srgbClr val="0033CC"/>
                </a:solidFill>
                <a:latin typeface="Trebuchet MS"/>
                <a:cs typeface="Trebuchet MS"/>
              </a:rPr>
              <a:t> </a:t>
            </a:r>
            <a:r>
              <a:rPr sz="1700" dirty="0">
                <a:solidFill>
                  <a:srgbClr val="0033CC"/>
                </a:solidFill>
                <a:latin typeface="Trebuchet MS"/>
                <a:cs typeface="Trebuchet MS"/>
              </a:rPr>
              <a:t>as</a:t>
            </a:r>
            <a:r>
              <a:rPr sz="1700" spc="-15" dirty="0">
                <a:solidFill>
                  <a:srgbClr val="0033CC"/>
                </a:solidFill>
                <a:latin typeface="Trebuchet MS"/>
                <a:cs typeface="Trebuchet MS"/>
              </a:rPr>
              <a:t> </a:t>
            </a:r>
            <a:r>
              <a:rPr sz="1700" dirty="0">
                <a:solidFill>
                  <a:srgbClr val="0033CC"/>
                </a:solidFill>
                <a:latin typeface="Trebuchet MS"/>
                <a:cs typeface="Trebuchet MS"/>
              </a:rPr>
              <a:t>if</a:t>
            </a:r>
            <a:r>
              <a:rPr sz="1700" spc="-20" dirty="0">
                <a:solidFill>
                  <a:srgbClr val="0033CC"/>
                </a:solidFill>
                <a:latin typeface="Trebuchet MS"/>
                <a:cs typeface="Trebuchet MS"/>
              </a:rPr>
              <a:t> </a:t>
            </a:r>
            <a:r>
              <a:rPr sz="1700" dirty="0">
                <a:solidFill>
                  <a:srgbClr val="0033CC"/>
                </a:solidFill>
                <a:latin typeface="Trebuchet MS"/>
                <a:cs typeface="Trebuchet MS"/>
              </a:rPr>
              <a:t>they</a:t>
            </a:r>
            <a:r>
              <a:rPr sz="1700" spc="-20" dirty="0">
                <a:solidFill>
                  <a:srgbClr val="0033CC"/>
                </a:solidFill>
                <a:latin typeface="Trebuchet MS"/>
                <a:cs typeface="Trebuchet MS"/>
              </a:rPr>
              <a:t> </a:t>
            </a:r>
            <a:r>
              <a:rPr sz="1700" dirty="0">
                <a:solidFill>
                  <a:srgbClr val="0033CC"/>
                </a:solidFill>
                <a:latin typeface="Trebuchet MS"/>
                <a:cs typeface="Trebuchet MS"/>
              </a:rPr>
              <a:t>were</a:t>
            </a:r>
            <a:r>
              <a:rPr sz="1700" spc="-15" dirty="0">
                <a:solidFill>
                  <a:srgbClr val="0033CC"/>
                </a:solidFill>
                <a:latin typeface="Trebuchet MS"/>
                <a:cs typeface="Trebuchet MS"/>
              </a:rPr>
              <a:t> </a:t>
            </a:r>
            <a:r>
              <a:rPr sz="1700" spc="-10" dirty="0">
                <a:solidFill>
                  <a:srgbClr val="0033CC"/>
                </a:solidFill>
                <a:latin typeface="Trebuchet MS"/>
                <a:cs typeface="Trebuchet MS"/>
              </a:rPr>
              <a:t>legitimate.</a:t>
            </a:r>
            <a:endParaRPr sz="1700">
              <a:latin typeface="Trebuchet MS"/>
              <a:cs typeface="Trebuchet MS"/>
            </a:endParaRPr>
          </a:p>
          <a:p>
            <a:pPr marL="12700" marR="44450">
              <a:lnSpc>
                <a:spcPct val="114999"/>
              </a:lnSpc>
              <a:spcBef>
                <a:spcPts val="1400"/>
              </a:spcBef>
            </a:pPr>
            <a:r>
              <a:rPr sz="1700" dirty="0">
                <a:solidFill>
                  <a:srgbClr val="0033CC"/>
                </a:solidFill>
                <a:latin typeface="Trebuchet MS"/>
                <a:cs typeface="Trebuchet MS"/>
              </a:rPr>
              <a:t>The</a:t>
            </a:r>
            <a:r>
              <a:rPr sz="1700" spc="-35" dirty="0">
                <a:solidFill>
                  <a:srgbClr val="0033CC"/>
                </a:solidFill>
                <a:latin typeface="Trebuchet MS"/>
                <a:cs typeface="Trebuchet MS"/>
              </a:rPr>
              <a:t> </a:t>
            </a:r>
            <a:r>
              <a:rPr sz="1700" dirty="0">
                <a:solidFill>
                  <a:srgbClr val="0033CC"/>
                </a:solidFill>
                <a:latin typeface="Trebuchet MS"/>
                <a:cs typeface="Trebuchet MS"/>
              </a:rPr>
              <a:t>risk</a:t>
            </a:r>
            <a:r>
              <a:rPr sz="1700" spc="-30" dirty="0">
                <a:solidFill>
                  <a:srgbClr val="0033CC"/>
                </a:solidFill>
                <a:latin typeface="Trebuchet MS"/>
                <a:cs typeface="Trebuchet MS"/>
              </a:rPr>
              <a:t> </a:t>
            </a:r>
            <a:r>
              <a:rPr sz="1700" dirty="0">
                <a:solidFill>
                  <a:srgbClr val="0033CC"/>
                </a:solidFill>
                <a:latin typeface="Trebuchet MS"/>
                <a:cs typeface="Trebuchet MS"/>
              </a:rPr>
              <a:t>grows</a:t>
            </a:r>
            <a:r>
              <a:rPr sz="1700" spc="-30" dirty="0">
                <a:solidFill>
                  <a:srgbClr val="0033CC"/>
                </a:solidFill>
                <a:latin typeface="Trebuchet MS"/>
                <a:cs typeface="Trebuchet MS"/>
              </a:rPr>
              <a:t> </a:t>
            </a:r>
            <a:r>
              <a:rPr sz="1700" dirty="0">
                <a:solidFill>
                  <a:srgbClr val="0033CC"/>
                </a:solidFill>
                <a:latin typeface="Trebuchet MS"/>
                <a:cs typeface="Trebuchet MS"/>
              </a:rPr>
              <a:t>as</a:t>
            </a:r>
            <a:r>
              <a:rPr sz="1700" spc="-30" dirty="0">
                <a:solidFill>
                  <a:srgbClr val="0033CC"/>
                </a:solidFill>
                <a:latin typeface="Trebuchet MS"/>
                <a:cs typeface="Trebuchet MS"/>
              </a:rPr>
              <a:t> </a:t>
            </a:r>
            <a:r>
              <a:rPr sz="1700" dirty="0">
                <a:solidFill>
                  <a:srgbClr val="0033CC"/>
                </a:solidFill>
                <a:latin typeface="Trebuchet MS"/>
                <a:cs typeface="Trebuchet MS"/>
              </a:rPr>
              <a:t>the</a:t>
            </a:r>
            <a:r>
              <a:rPr sz="1700" spc="-30" dirty="0">
                <a:solidFill>
                  <a:srgbClr val="0033CC"/>
                </a:solidFill>
                <a:latin typeface="Trebuchet MS"/>
                <a:cs typeface="Trebuchet MS"/>
              </a:rPr>
              <a:t> </a:t>
            </a:r>
            <a:r>
              <a:rPr sz="1700" dirty="0">
                <a:solidFill>
                  <a:srgbClr val="0033CC"/>
                </a:solidFill>
                <a:latin typeface="Trebuchet MS"/>
                <a:cs typeface="Trebuchet MS"/>
              </a:rPr>
              <a:t>image</a:t>
            </a:r>
            <a:r>
              <a:rPr sz="1700" spc="-30" dirty="0">
                <a:solidFill>
                  <a:srgbClr val="0033CC"/>
                </a:solidFill>
                <a:latin typeface="Trebuchet MS"/>
                <a:cs typeface="Trebuchet MS"/>
              </a:rPr>
              <a:t> </a:t>
            </a:r>
            <a:r>
              <a:rPr sz="1700" dirty="0">
                <a:solidFill>
                  <a:srgbClr val="0033CC"/>
                </a:solidFill>
                <a:latin typeface="Trebuchet MS"/>
                <a:cs typeface="Trebuchet MS"/>
              </a:rPr>
              <a:t>moves</a:t>
            </a:r>
            <a:r>
              <a:rPr sz="1700" spc="-30" dirty="0">
                <a:solidFill>
                  <a:srgbClr val="0033CC"/>
                </a:solidFill>
                <a:latin typeface="Trebuchet MS"/>
                <a:cs typeface="Trebuchet MS"/>
              </a:rPr>
              <a:t> </a:t>
            </a:r>
            <a:r>
              <a:rPr sz="1700" dirty="0">
                <a:solidFill>
                  <a:srgbClr val="0033CC"/>
                </a:solidFill>
                <a:latin typeface="Trebuchet MS"/>
                <a:cs typeface="Trebuchet MS"/>
              </a:rPr>
              <a:t>down</a:t>
            </a:r>
            <a:r>
              <a:rPr sz="1700" spc="-30" dirty="0">
                <a:solidFill>
                  <a:srgbClr val="0033CC"/>
                </a:solidFill>
                <a:latin typeface="Trebuchet MS"/>
                <a:cs typeface="Trebuchet MS"/>
              </a:rPr>
              <a:t> </a:t>
            </a:r>
            <a:r>
              <a:rPr sz="1700" dirty="0">
                <a:solidFill>
                  <a:srgbClr val="0033CC"/>
                </a:solidFill>
                <a:latin typeface="Trebuchet MS"/>
                <a:cs typeface="Trebuchet MS"/>
              </a:rPr>
              <a:t>the</a:t>
            </a:r>
            <a:r>
              <a:rPr sz="1700" spc="-30" dirty="0">
                <a:solidFill>
                  <a:srgbClr val="0033CC"/>
                </a:solidFill>
                <a:latin typeface="Trebuchet MS"/>
                <a:cs typeface="Trebuchet MS"/>
              </a:rPr>
              <a:t> </a:t>
            </a:r>
            <a:r>
              <a:rPr sz="1700" dirty="0">
                <a:solidFill>
                  <a:srgbClr val="0033CC"/>
                </a:solidFill>
                <a:latin typeface="Trebuchet MS"/>
                <a:cs typeface="Trebuchet MS"/>
              </a:rPr>
              <a:t>chain.</a:t>
            </a:r>
            <a:r>
              <a:rPr sz="1700" spc="-60" dirty="0">
                <a:solidFill>
                  <a:srgbClr val="0033CC"/>
                </a:solidFill>
                <a:latin typeface="Trebuchet MS"/>
                <a:cs typeface="Trebuchet MS"/>
              </a:rPr>
              <a:t> </a:t>
            </a:r>
            <a:r>
              <a:rPr sz="1700" dirty="0">
                <a:solidFill>
                  <a:srgbClr val="0033CC"/>
                </a:solidFill>
                <a:latin typeface="Trebuchet MS"/>
                <a:cs typeface="Trebuchet MS"/>
              </a:rPr>
              <a:t>The</a:t>
            </a:r>
            <a:r>
              <a:rPr sz="1700" spc="-30" dirty="0">
                <a:solidFill>
                  <a:srgbClr val="0033CC"/>
                </a:solidFill>
                <a:latin typeface="Trebuchet MS"/>
                <a:cs typeface="Trebuchet MS"/>
              </a:rPr>
              <a:t> </a:t>
            </a:r>
            <a:r>
              <a:rPr sz="1700" dirty="0">
                <a:solidFill>
                  <a:srgbClr val="0033CC"/>
                </a:solidFill>
                <a:latin typeface="Trebuchet MS"/>
                <a:cs typeface="Trebuchet MS"/>
              </a:rPr>
              <a:t>first</a:t>
            </a:r>
            <a:r>
              <a:rPr sz="1700" spc="-30" dirty="0">
                <a:solidFill>
                  <a:srgbClr val="0033CC"/>
                </a:solidFill>
                <a:latin typeface="Trebuchet MS"/>
                <a:cs typeface="Trebuchet MS"/>
              </a:rPr>
              <a:t> </a:t>
            </a:r>
            <a:r>
              <a:rPr sz="1700" dirty="0">
                <a:solidFill>
                  <a:srgbClr val="0033CC"/>
                </a:solidFill>
                <a:latin typeface="Trebuchet MS"/>
                <a:cs typeface="Trebuchet MS"/>
              </a:rPr>
              <a:t>agent</a:t>
            </a:r>
            <a:r>
              <a:rPr sz="1700" spc="-35" dirty="0">
                <a:solidFill>
                  <a:srgbClr val="0033CC"/>
                </a:solidFill>
                <a:latin typeface="Trebuchet MS"/>
                <a:cs typeface="Trebuchet MS"/>
              </a:rPr>
              <a:t> </a:t>
            </a:r>
            <a:r>
              <a:rPr sz="1700" dirty="0">
                <a:solidFill>
                  <a:srgbClr val="0033CC"/>
                </a:solidFill>
                <a:latin typeface="Trebuchet MS"/>
                <a:cs typeface="Trebuchet MS"/>
              </a:rPr>
              <a:t>typically</a:t>
            </a:r>
            <a:r>
              <a:rPr sz="1700" spc="-30" dirty="0">
                <a:solidFill>
                  <a:srgbClr val="0033CC"/>
                </a:solidFill>
                <a:latin typeface="Trebuchet MS"/>
                <a:cs typeface="Trebuchet MS"/>
              </a:rPr>
              <a:t> </a:t>
            </a:r>
            <a:r>
              <a:rPr sz="1700" dirty="0">
                <a:solidFill>
                  <a:srgbClr val="0033CC"/>
                </a:solidFill>
                <a:latin typeface="Trebuchet MS"/>
                <a:cs typeface="Trebuchet MS"/>
              </a:rPr>
              <a:t>converts</a:t>
            </a:r>
            <a:r>
              <a:rPr sz="1700" spc="-30" dirty="0">
                <a:solidFill>
                  <a:srgbClr val="0033CC"/>
                </a:solidFill>
                <a:latin typeface="Trebuchet MS"/>
                <a:cs typeface="Trebuchet MS"/>
              </a:rPr>
              <a:t> </a:t>
            </a:r>
            <a:r>
              <a:rPr sz="1700" spc="-25" dirty="0">
                <a:solidFill>
                  <a:srgbClr val="0033CC"/>
                </a:solidFill>
                <a:latin typeface="Trebuchet MS"/>
                <a:cs typeface="Trebuchet MS"/>
              </a:rPr>
              <a:t>the </a:t>
            </a:r>
            <a:r>
              <a:rPr sz="1700" dirty="0">
                <a:solidFill>
                  <a:srgbClr val="0033CC"/>
                </a:solidFill>
                <a:latin typeface="Trebuchet MS"/>
                <a:cs typeface="Trebuchet MS"/>
              </a:rPr>
              <a:t>image</a:t>
            </a:r>
            <a:r>
              <a:rPr sz="1700" spc="-30" dirty="0">
                <a:solidFill>
                  <a:srgbClr val="0033CC"/>
                </a:solidFill>
                <a:latin typeface="Trebuchet MS"/>
                <a:cs typeface="Trebuchet MS"/>
              </a:rPr>
              <a:t> </a:t>
            </a:r>
            <a:r>
              <a:rPr sz="1700" dirty="0">
                <a:solidFill>
                  <a:srgbClr val="0033CC"/>
                </a:solidFill>
                <a:latin typeface="Trebuchet MS"/>
                <a:cs typeface="Trebuchet MS"/>
              </a:rPr>
              <a:t>into</a:t>
            </a:r>
            <a:r>
              <a:rPr sz="1700" spc="-30" dirty="0">
                <a:solidFill>
                  <a:srgbClr val="0033CC"/>
                </a:solidFill>
                <a:latin typeface="Trebuchet MS"/>
                <a:cs typeface="Trebuchet MS"/>
              </a:rPr>
              <a:t> </a:t>
            </a:r>
            <a:r>
              <a:rPr sz="1700" dirty="0">
                <a:solidFill>
                  <a:srgbClr val="0033CC"/>
                </a:solidFill>
                <a:latin typeface="Trebuchet MS"/>
                <a:cs typeface="Trebuchet MS"/>
              </a:rPr>
              <a:t>a</a:t>
            </a:r>
            <a:r>
              <a:rPr sz="1700" spc="-25" dirty="0">
                <a:solidFill>
                  <a:srgbClr val="0033CC"/>
                </a:solidFill>
                <a:latin typeface="Trebuchet MS"/>
                <a:cs typeface="Trebuchet MS"/>
              </a:rPr>
              <a:t> </a:t>
            </a:r>
            <a:r>
              <a:rPr sz="1700" dirty="0">
                <a:solidFill>
                  <a:srgbClr val="0033CC"/>
                </a:solidFill>
                <a:latin typeface="Trebuchet MS"/>
                <a:cs typeface="Trebuchet MS"/>
              </a:rPr>
              <a:t>caption</a:t>
            </a:r>
            <a:r>
              <a:rPr sz="1700" spc="-30" dirty="0">
                <a:solidFill>
                  <a:srgbClr val="0033CC"/>
                </a:solidFill>
                <a:latin typeface="Trebuchet MS"/>
                <a:cs typeface="Trebuchet MS"/>
              </a:rPr>
              <a:t> </a:t>
            </a:r>
            <a:r>
              <a:rPr sz="1700" dirty="0">
                <a:solidFill>
                  <a:srgbClr val="0033CC"/>
                </a:solidFill>
                <a:latin typeface="Trebuchet MS"/>
                <a:cs typeface="Trebuchet MS"/>
              </a:rPr>
              <a:t>or</a:t>
            </a:r>
            <a:r>
              <a:rPr sz="1700" spc="-30" dirty="0">
                <a:solidFill>
                  <a:srgbClr val="0033CC"/>
                </a:solidFill>
                <a:latin typeface="Trebuchet MS"/>
                <a:cs typeface="Trebuchet MS"/>
              </a:rPr>
              <a:t> </a:t>
            </a:r>
            <a:r>
              <a:rPr sz="1700" spc="-25" dirty="0">
                <a:solidFill>
                  <a:srgbClr val="0033CC"/>
                </a:solidFill>
                <a:latin typeface="Trebuchet MS"/>
                <a:cs typeface="Trebuchet MS"/>
              </a:rPr>
              <a:t>summary, </a:t>
            </a:r>
            <a:r>
              <a:rPr sz="1700" dirty="0">
                <a:solidFill>
                  <a:srgbClr val="0033CC"/>
                </a:solidFill>
                <a:latin typeface="Trebuchet MS"/>
                <a:cs typeface="Trebuchet MS"/>
              </a:rPr>
              <a:t>and</a:t>
            </a:r>
            <a:r>
              <a:rPr sz="1700" spc="-30" dirty="0">
                <a:solidFill>
                  <a:srgbClr val="0033CC"/>
                </a:solidFill>
                <a:latin typeface="Trebuchet MS"/>
                <a:cs typeface="Trebuchet MS"/>
              </a:rPr>
              <a:t> </a:t>
            </a:r>
            <a:r>
              <a:rPr sz="1700" dirty="0">
                <a:solidFill>
                  <a:srgbClr val="0033CC"/>
                </a:solidFill>
                <a:latin typeface="Trebuchet MS"/>
                <a:cs typeface="Trebuchet MS"/>
              </a:rPr>
              <a:t>this</a:t>
            </a:r>
            <a:r>
              <a:rPr sz="1700" spc="-30" dirty="0">
                <a:solidFill>
                  <a:srgbClr val="0033CC"/>
                </a:solidFill>
                <a:latin typeface="Trebuchet MS"/>
                <a:cs typeface="Trebuchet MS"/>
              </a:rPr>
              <a:t> </a:t>
            </a:r>
            <a:r>
              <a:rPr sz="1700" dirty="0">
                <a:solidFill>
                  <a:srgbClr val="0033CC"/>
                </a:solidFill>
                <a:latin typeface="Trebuchet MS"/>
                <a:cs typeface="Trebuchet MS"/>
              </a:rPr>
              <a:t>step</a:t>
            </a:r>
            <a:r>
              <a:rPr sz="1700" spc="-25" dirty="0">
                <a:solidFill>
                  <a:srgbClr val="0033CC"/>
                </a:solidFill>
                <a:latin typeface="Trebuchet MS"/>
                <a:cs typeface="Trebuchet MS"/>
              </a:rPr>
              <a:t> </a:t>
            </a:r>
            <a:r>
              <a:rPr sz="1700" dirty="0">
                <a:solidFill>
                  <a:srgbClr val="0033CC"/>
                </a:solidFill>
                <a:latin typeface="Trebuchet MS"/>
                <a:cs typeface="Trebuchet MS"/>
              </a:rPr>
              <a:t>can</a:t>
            </a:r>
            <a:r>
              <a:rPr sz="1700" spc="-30" dirty="0">
                <a:solidFill>
                  <a:srgbClr val="0033CC"/>
                </a:solidFill>
                <a:latin typeface="Trebuchet MS"/>
                <a:cs typeface="Trebuchet MS"/>
              </a:rPr>
              <a:t> </a:t>
            </a:r>
            <a:r>
              <a:rPr sz="1700" dirty="0">
                <a:solidFill>
                  <a:srgbClr val="0033CC"/>
                </a:solidFill>
                <a:latin typeface="Trebuchet MS"/>
                <a:cs typeface="Trebuchet MS"/>
              </a:rPr>
              <a:t>"launder"</a:t>
            </a:r>
            <a:r>
              <a:rPr sz="1700" spc="-30" dirty="0">
                <a:solidFill>
                  <a:srgbClr val="0033CC"/>
                </a:solidFill>
                <a:latin typeface="Trebuchet MS"/>
                <a:cs typeface="Trebuchet MS"/>
              </a:rPr>
              <a:t> </a:t>
            </a:r>
            <a:r>
              <a:rPr sz="1700" dirty="0">
                <a:solidFill>
                  <a:srgbClr val="0033CC"/>
                </a:solidFill>
                <a:latin typeface="Trebuchet MS"/>
                <a:cs typeface="Trebuchet MS"/>
              </a:rPr>
              <a:t>the</a:t>
            </a:r>
            <a:r>
              <a:rPr sz="1700" spc="-25" dirty="0">
                <a:solidFill>
                  <a:srgbClr val="0033CC"/>
                </a:solidFill>
                <a:latin typeface="Trebuchet MS"/>
                <a:cs typeface="Trebuchet MS"/>
              </a:rPr>
              <a:t> </a:t>
            </a:r>
            <a:r>
              <a:rPr sz="1700" dirty="0">
                <a:solidFill>
                  <a:srgbClr val="0033CC"/>
                </a:solidFill>
                <a:latin typeface="Trebuchet MS"/>
                <a:cs typeface="Trebuchet MS"/>
              </a:rPr>
              <a:t>instruction:</a:t>
            </a:r>
            <a:r>
              <a:rPr sz="1700" spc="-30" dirty="0">
                <a:solidFill>
                  <a:srgbClr val="0033CC"/>
                </a:solidFill>
                <a:latin typeface="Trebuchet MS"/>
                <a:cs typeface="Trebuchet MS"/>
              </a:rPr>
              <a:t> </a:t>
            </a:r>
            <a:r>
              <a:rPr sz="1700" dirty="0">
                <a:solidFill>
                  <a:srgbClr val="0033CC"/>
                </a:solidFill>
                <a:latin typeface="Trebuchet MS"/>
                <a:cs typeface="Trebuchet MS"/>
              </a:rPr>
              <a:t>the</a:t>
            </a:r>
            <a:r>
              <a:rPr sz="1700" spc="-30" dirty="0">
                <a:solidFill>
                  <a:srgbClr val="0033CC"/>
                </a:solidFill>
                <a:latin typeface="Trebuchet MS"/>
                <a:cs typeface="Trebuchet MS"/>
              </a:rPr>
              <a:t> </a:t>
            </a:r>
            <a:r>
              <a:rPr sz="1700" dirty="0">
                <a:solidFill>
                  <a:srgbClr val="0033CC"/>
                </a:solidFill>
                <a:latin typeface="Trebuchet MS"/>
                <a:cs typeface="Trebuchet MS"/>
              </a:rPr>
              <a:t>image</a:t>
            </a:r>
            <a:r>
              <a:rPr sz="1700" spc="-25" dirty="0">
                <a:solidFill>
                  <a:srgbClr val="0033CC"/>
                </a:solidFill>
                <a:latin typeface="Trebuchet MS"/>
                <a:cs typeface="Trebuchet MS"/>
              </a:rPr>
              <a:t> is </a:t>
            </a:r>
            <a:r>
              <a:rPr sz="1700" dirty="0">
                <a:solidFill>
                  <a:srgbClr val="0033CC"/>
                </a:solidFill>
                <a:latin typeface="Trebuchet MS"/>
                <a:cs typeface="Trebuchet MS"/>
              </a:rPr>
              <a:t>gone,</a:t>
            </a:r>
            <a:r>
              <a:rPr sz="1700" spc="-45" dirty="0">
                <a:solidFill>
                  <a:srgbClr val="0033CC"/>
                </a:solidFill>
                <a:latin typeface="Trebuchet MS"/>
                <a:cs typeface="Trebuchet MS"/>
              </a:rPr>
              <a:t> </a:t>
            </a:r>
            <a:r>
              <a:rPr sz="1700" dirty="0">
                <a:solidFill>
                  <a:srgbClr val="0033CC"/>
                </a:solidFill>
                <a:latin typeface="Trebuchet MS"/>
                <a:cs typeface="Trebuchet MS"/>
              </a:rPr>
              <a:t>but</a:t>
            </a:r>
            <a:r>
              <a:rPr sz="1700" spc="-45" dirty="0">
                <a:solidFill>
                  <a:srgbClr val="0033CC"/>
                </a:solidFill>
                <a:latin typeface="Trebuchet MS"/>
                <a:cs typeface="Trebuchet MS"/>
              </a:rPr>
              <a:t> </a:t>
            </a:r>
            <a:r>
              <a:rPr sz="1700" dirty="0">
                <a:solidFill>
                  <a:srgbClr val="0033CC"/>
                </a:solidFill>
                <a:latin typeface="Trebuchet MS"/>
                <a:cs typeface="Trebuchet MS"/>
              </a:rPr>
              <a:t>the</a:t>
            </a:r>
            <a:r>
              <a:rPr sz="1700" spc="-45" dirty="0">
                <a:solidFill>
                  <a:srgbClr val="0033CC"/>
                </a:solidFill>
                <a:latin typeface="Trebuchet MS"/>
                <a:cs typeface="Trebuchet MS"/>
              </a:rPr>
              <a:t> </a:t>
            </a:r>
            <a:r>
              <a:rPr sz="1700" dirty="0">
                <a:solidFill>
                  <a:srgbClr val="0033CC"/>
                </a:solidFill>
                <a:latin typeface="Trebuchet MS"/>
                <a:cs typeface="Trebuchet MS"/>
              </a:rPr>
              <a:t>reworded</a:t>
            </a:r>
            <a:r>
              <a:rPr sz="1700" spc="-45" dirty="0">
                <a:solidFill>
                  <a:srgbClr val="0033CC"/>
                </a:solidFill>
                <a:latin typeface="Trebuchet MS"/>
                <a:cs typeface="Trebuchet MS"/>
              </a:rPr>
              <a:t> </a:t>
            </a:r>
            <a:r>
              <a:rPr sz="1700" dirty="0">
                <a:solidFill>
                  <a:srgbClr val="0033CC"/>
                </a:solidFill>
                <a:latin typeface="Trebuchet MS"/>
                <a:cs typeface="Trebuchet MS"/>
              </a:rPr>
              <a:t>command</a:t>
            </a:r>
            <a:r>
              <a:rPr sz="1700" spc="-45" dirty="0">
                <a:solidFill>
                  <a:srgbClr val="0033CC"/>
                </a:solidFill>
                <a:latin typeface="Trebuchet MS"/>
                <a:cs typeface="Trebuchet MS"/>
              </a:rPr>
              <a:t> </a:t>
            </a:r>
            <a:r>
              <a:rPr sz="1700" dirty="0">
                <a:solidFill>
                  <a:srgbClr val="0033CC"/>
                </a:solidFill>
                <a:latin typeface="Trebuchet MS"/>
                <a:cs typeface="Trebuchet MS"/>
              </a:rPr>
              <a:t>survives</a:t>
            </a:r>
            <a:r>
              <a:rPr sz="1700" spc="-40" dirty="0">
                <a:solidFill>
                  <a:srgbClr val="0033CC"/>
                </a:solidFill>
                <a:latin typeface="Trebuchet MS"/>
                <a:cs typeface="Trebuchet MS"/>
              </a:rPr>
              <a:t> </a:t>
            </a:r>
            <a:r>
              <a:rPr sz="1700" dirty="0">
                <a:solidFill>
                  <a:srgbClr val="0033CC"/>
                </a:solidFill>
                <a:latin typeface="Trebuchet MS"/>
                <a:cs typeface="Trebuchet MS"/>
              </a:rPr>
              <a:t>inside</a:t>
            </a:r>
            <a:r>
              <a:rPr sz="1700" spc="-45" dirty="0">
                <a:solidFill>
                  <a:srgbClr val="0033CC"/>
                </a:solidFill>
                <a:latin typeface="Trebuchet MS"/>
                <a:cs typeface="Trebuchet MS"/>
              </a:rPr>
              <a:t> </a:t>
            </a:r>
            <a:r>
              <a:rPr sz="1700" dirty="0">
                <a:solidFill>
                  <a:srgbClr val="0033CC"/>
                </a:solidFill>
                <a:latin typeface="Trebuchet MS"/>
                <a:cs typeface="Trebuchet MS"/>
              </a:rPr>
              <a:t>plain</a:t>
            </a:r>
            <a:r>
              <a:rPr sz="1700" spc="-45" dirty="0">
                <a:solidFill>
                  <a:srgbClr val="0033CC"/>
                </a:solidFill>
                <a:latin typeface="Trebuchet MS"/>
                <a:cs typeface="Trebuchet MS"/>
              </a:rPr>
              <a:t> </a:t>
            </a:r>
            <a:r>
              <a:rPr sz="1700" dirty="0">
                <a:solidFill>
                  <a:srgbClr val="0033CC"/>
                </a:solidFill>
                <a:latin typeface="Trebuchet MS"/>
                <a:cs typeface="Trebuchet MS"/>
              </a:rPr>
              <a:t>text</a:t>
            </a:r>
            <a:r>
              <a:rPr sz="1700" spc="-45" dirty="0">
                <a:solidFill>
                  <a:srgbClr val="0033CC"/>
                </a:solidFill>
                <a:latin typeface="Trebuchet MS"/>
                <a:cs typeface="Trebuchet MS"/>
              </a:rPr>
              <a:t> </a:t>
            </a:r>
            <a:r>
              <a:rPr sz="1700" dirty="0">
                <a:solidFill>
                  <a:srgbClr val="0033CC"/>
                </a:solidFill>
                <a:latin typeface="Trebuchet MS"/>
                <a:cs typeface="Trebuchet MS"/>
              </a:rPr>
              <a:t>that</a:t>
            </a:r>
            <a:r>
              <a:rPr sz="1700" spc="-45" dirty="0">
                <a:solidFill>
                  <a:srgbClr val="0033CC"/>
                </a:solidFill>
                <a:latin typeface="Trebuchet MS"/>
                <a:cs typeface="Trebuchet MS"/>
              </a:rPr>
              <a:t> </a:t>
            </a:r>
            <a:r>
              <a:rPr sz="1700" dirty="0">
                <a:solidFill>
                  <a:srgbClr val="0033CC"/>
                </a:solidFill>
                <a:latin typeface="Trebuchet MS"/>
                <a:cs typeface="Trebuchet MS"/>
              </a:rPr>
              <a:t>looks</a:t>
            </a:r>
            <a:r>
              <a:rPr sz="1700" spc="-40" dirty="0">
                <a:solidFill>
                  <a:srgbClr val="0033CC"/>
                </a:solidFill>
                <a:latin typeface="Trebuchet MS"/>
                <a:cs typeface="Trebuchet MS"/>
              </a:rPr>
              <a:t> </a:t>
            </a:r>
            <a:r>
              <a:rPr sz="1700" dirty="0">
                <a:solidFill>
                  <a:srgbClr val="0033CC"/>
                </a:solidFill>
                <a:latin typeface="Trebuchet MS"/>
                <a:cs typeface="Trebuchet MS"/>
              </a:rPr>
              <a:t>ordinary</a:t>
            </a:r>
            <a:r>
              <a:rPr sz="1700" spc="-45" dirty="0">
                <a:solidFill>
                  <a:srgbClr val="0033CC"/>
                </a:solidFill>
                <a:latin typeface="Trebuchet MS"/>
                <a:cs typeface="Trebuchet MS"/>
              </a:rPr>
              <a:t> </a:t>
            </a:r>
            <a:r>
              <a:rPr sz="1700" dirty="0">
                <a:solidFill>
                  <a:srgbClr val="0033CC"/>
                </a:solidFill>
                <a:latin typeface="Trebuchet MS"/>
                <a:cs typeface="Trebuchet MS"/>
              </a:rPr>
              <a:t>to</a:t>
            </a:r>
            <a:r>
              <a:rPr sz="1700" spc="-45" dirty="0">
                <a:solidFill>
                  <a:srgbClr val="0033CC"/>
                </a:solidFill>
                <a:latin typeface="Trebuchet MS"/>
                <a:cs typeface="Trebuchet MS"/>
              </a:rPr>
              <a:t> </a:t>
            </a:r>
            <a:r>
              <a:rPr sz="1700" spc="-10" dirty="0">
                <a:solidFill>
                  <a:srgbClr val="0033CC"/>
                </a:solidFill>
                <a:latin typeface="Trebuchet MS"/>
                <a:cs typeface="Trebuchet MS"/>
              </a:rPr>
              <a:t>downstream </a:t>
            </a:r>
            <a:r>
              <a:rPr sz="1700" dirty="0">
                <a:solidFill>
                  <a:srgbClr val="0033CC"/>
                </a:solidFill>
                <a:latin typeface="Trebuchet MS"/>
                <a:cs typeface="Trebuchet MS"/>
              </a:rPr>
              <a:t>filters.</a:t>
            </a:r>
            <a:r>
              <a:rPr sz="1700" spc="-25" dirty="0">
                <a:solidFill>
                  <a:srgbClr val="0033CC"/>
                </a:solidFill>
                <a:latin typeface="Trebuchet MS"/>
                <a:cs typeface="Trebuchet MS"/>
              </a:rPr>
              <a:t> </a:t>
            </a:r>
            <a:r>
              <a:rPr sz="1700" dirty="0">
                <a:solidFill>
                  <a:srgbClr val="0033CC"/>
                </a:solidFill>
                <a:latin typeface="Trebuchet MS"/>
                <a:cs typeface="Trebuchet MS"/>
              </a:rPr>
              <a:t>By</a:t>
            </a:r>
            <a:r>
              <a:rPr sz="1700" spc="-20" dirty="0">
                <a:solidFill>
                  <a:srgbClr val="0033CC"/>
                </a:solidFill>
                <a:latin typeface="Trebuchet MS"/>
                <a:cs typeface="Trebuchet MS"/>
              </a:rPr>
              <a:t> </a:t>
            </a:r>
            <a:r>
              <a:rPr sz="1700" dirty="0">
                <a:solidFill>
                  <a:srgbClr val="0033CC"/>
                </a:solidFill>
                <a:latin typeface="Trebuchet MS"/>
                <a:cs typeface="Trebuchet MS"/>
              </a:rPr>
              <a:t>the</a:t>
            </a:r>
            <a:r>
              <a:rPr sz="1700" spc="-25" dirty="0">
                <a:solidFill>
                  <a:srgbClr val="0033CC"/>
                </a:solidFill>
                <a:latin typeface="Trebuchet MS"/>
                <a:cs typeface="Trebuchet MS"/>
              </a:rPr>
              <a:t> </a:t>
            </a:r>
            <a:r>
              <a:rPr sz="1700" dirty="0">
                <a:solidFill>
                  <a:srgbClr val="0033CC"/>
                </a:solidFill>
                <a:latin typeface="Trebuchet MS"/>
                <a:cs typeface="Trebuchet MS"/>
              </a:rPr>
              <a:t>time</a:t>
            </a:r>
            <a:r>
              <a:rPr sz="1700" spc="-20" dirty="0">
                <a:solidFill>
                  <a:srgbClr val="0033CC"/>
                </a:solidFill>
                <a:latin typeface="Trebuchet MS"/>
                <a:cs typeface="Trebuchet MS"/>
              </a:rPr>
              <a:t> </a:t>
            </a:r>
            <a:r>
              <a:rPr sz="1700" dirty="0">
                <a:solidFill>
                  <a:srgbClr val="0033CC"/>
                </a:solidFill>
                <a:latin typeface="Trebuchet MS"/>
                <a:cs typeface="Trebuchet MS"/>
              </a:rPr>
              <a:t>it</a:t>
            </a:r>
            <a:r>
              <a:rPr sz="1700" spc="-25" dirty="0">
                <a:solidFill>
                  <a:srgbClr val="0033CC"/>
                </a:solidFill>
                <a:latin typeface="Trebuchet MS"/>
                <a:cs typeface="Trebuchet MS"/>
              </a:rPr>
              <a:t> </a:t>
            </a:r>
            <a:r>
              <a:rPr sz="1700" dirty="0">
                <a:solidFill>
                  <a:srgbClr val="0033CC"/>
                </a:solidFill>
                <a:latin typeface="Trebuchet MS"/>
                <a:cs typeface="Trebuchet MS"/>
              </a:rPr>
              <a:t>reaches</a:t>
            </a:r>
            <a:r>
              <a:rPr sz="1700" spc="-20" dirty="0">
                <a:solidFill>
                  <a:srgbClr val="0033CC"/>
                </a:solidFill>
                <a:latin typeface="Trebuchet MS"/>
                <a:cs typeface="Trebuchet MS"/>
              </a:rPr>
              <a:t> </a:t>
            </a:r>
            <a:r>
              <a:rPr sz="1700" dirty="0">
                <a:solidFill>
                  <a:srgbClr val="0033CC"/>
                </a:solidFill>
                <a:latin typeface="Trebuchet MS"/>
                <a:cs typeface="Trebuchet MS"/>
              </a:rPr>
              <a:t>an</a:t>
            </a:r>
            <a:r>
              <a:rPr sz="1700" spc="-20" dirty="0">
                <a:solidFill>
                  <a:srgbClr val="0033CC"/>
                </a:solidFill>
                <a:latin typeface="Trebuchet MS"/>
                <a:cs typeface="Trebuchet MS"/>
              </a:rPr>
              <a:t> </a:t>
            </a:r>
            <a:r>
              <a:rPr sz="1700" dirty="0">
                <a:solidFill>
                  <a:srgbClr val="0033CC"/>
                </a:solidFill>
                <a:latin typeface="Trebuchet MS"/>
                <a:cs typeface="Trebuchet MS"/>
              </a:rPr>
              <a:t>agent</a:t>
            </a:r>
            <a:r>
              <a:rPr sz="1700" spc="-25" dirty="0">
                <a:solidFill>
                  <a:srgbClr val="0033CC"/>
                </a:solidFill>
                <a:latin typeface="Trebuchet MS"/>
                <a:cs typeface="Trebuchet MS"/>
              </a:rPr>
              <a:t> </a:t>
            </a:r>
            <a:r>
              <a:rPr sz="1700" dirty="0">
                <a:solidFill>
                  <a:srgbClr val="0033CC"/>
                </a:solidFill>
                <a:latin typeface="Trebuchet MS"/>
                <a:cs typeface="Trebuchet MS"/>
              </a:rPr>
              <a:t>with</a:t>
            </a:r>
            <a:r>
              <a:rPr sz="1700" spc="-20" dirty="0">
                <a:solidFill>
                  <a:srgbClr val="0033CC"/>
                </a:solidFill>
                <a:latin typeface="Trebuchet MS"/>
                <a:cs typeface="Trebuchet MS"/>
              </a:rPr>
              <a:t> </a:t>
            </a:r>
            <a:r>
              <a:rPr sz="1700" dirty="0">
                <a:solidFill>
                  <a:srgbClr val="0033CC"/>
                </a:solidFill>
                <a:latin typeface="Trebuchet MS"/>
                <a:cs typeface="Trebuchet MS"/>
              </a:rPr>
              <a:t>real</a:t>
            </a:r>
            <a:r>
              <a:rPr sz="1700" spc="-25" dirty="0">
                <a:solidFill>
                  <a:srgbClr val="0033CC"/>
                </a:solidFill>
                <a:latin typeface="Trebuchet MS"/>
                <a:cs typeface="Trebuchet MS"/>
              </a:rPr>
              <a:t> </a:t>
            </a:r>
            <a:r>
              <a:rPr sz="1700" spc="-10" dirty="0">
                <a:solidFill>
                  <a:srgbClr val="0033CC"/>
                </a:solidFill>
                <a:latin typeface="Trebuchet MS"/>
                <a:cs typeface="Trebuchet MS"/>
              </a:rPr>
              <a:t>privileges,</a:t>
            </a:r>
            <a:r>
              <a:rPr sz="1700" spc="-20" dirty="0">
                <a:solidFill>
                  <a:srgbClr val="0033CC"/>
                </a:solidFill>
                <a:latin typeface="Trebuchet MS"/>
                <a:cs typeface="Trebuchet MS"/>
              </a:rPr>
              <a:t> </a:t>
            </a:r>
            <a:r>
              <a:rPr sz="1700" dirty="0">
                <a:solidFill>
                  <a:srgbClr val="0033CC"/>
                </a:solidFill>
                <a:latin typeface="Trebuchet MS"/>
                <a:cs typeface="Trebuchet MS"/>
              </a:rPr>
              <a:t>such</a:t>
            </a:r>
            <a:r>
              <a:rPr sz="1700" spc="-25" dirty="0">
                <a:solidFill>
                  <a:srgbClr val="0033CC"/>
                </a:solidFill>
                <a:latin typeface="Trebuchet MS"/>
                <a:cs typeface="Trebuchet MS"/>
              </a:rPr>
              <a:t> </a:t>
            </a:r>
            <a:r>
              <a:rPr sz="1700" dirty="0">
                <a:solidFill>
                  <a:srgbClr val="0033CC"/>
                </a:solidFill>
                <a:latin typeface="Trebuchet MS"/>
                <a:cs typeface="Trebuchet MS"/>
              </a:rPr>
              <a:t>as</a:t>
            </a:r>
            <a:r>
              <a:rPr sz="1700" spc="-20" dirty="0">
                <a:solidFill>
                  <a:srgbClr val="0033CC"/>
                </a:solidFill>
                <a:latin typeface="Trebuchet MS"/>
                <a:cs typeface="Trebuchet MS"/>
              </a:rPr>
              <a:t> </a:t>
            </a:r>
            <a:r>
              <a:rPr sz="1700" dirty="0">
                <a:solidFill>
                  <a:srgbClr val="0033CC"/>
                </a:solidFill>
                <a:latin typeface="Trebuchet MS"/>
                <a:cs typeface="Trebuchet MS"/>
              </a:rPr>
              <a:t>one</a:t>
            </a:r>
            <a:r>
              <a:rPr sz="1700" spc="-20" dirty="0">
                <a:solidFill>
                  <a:srgbClr val="0033CC"/>
                </a:solidFill>
                <a:latin typeface="Trebuchet MS"/>
                <a:cs typeface="Trebuchet MS"/>
              </a:rPr>
              <a:t> </a:t>
            </a:r>
            <a:r>
              <a:rPr sz="1700" dirty="0">
                <a:solidFill>
                  <a:srgbClr val="0033CC"/>
                </a:solidFill>
                <a:latin typeface="Trebuchet MS"/>
                <a:cs typeface="Trebuchet MS"/>
              </a:rPr>
              <a:t>that</a:t>
            </a:r>
            <a:r>
              <a:rPr sz="1700" spc="-25" dirty="0">
                <a:solidFill>
                  <a:srgbClr val="0033CC"/>
                </a:solidFill>
                <a:latin typeface="Trebuchet MS"/>
                <a:cs typeface="Trebuchet MS"/>
              </a:rPr>
              <a:t> </a:t>
            </a:r>
            <a:r>
              <a:rPr sz="1700" dirty="0">
                <a:solidFill>
                  <a:srgbClr val="0033CC"/>
                </a:solidFill>
                <a:latin typeface="Trebuchet MS"/>
                <a:cs typeface="Trebuchet MS"/>
              </a:rPr>
              <a:t>can</a:t>
            </a:r>
            <a:r>
              <a:rPr sz="1700" spc="-20" dirty="0">
                <a:solidFill>
                  <a:srgbClr val="0033CC"/>
                </a:solidFill>
                <a:latin typeface="Trebuchet MS"/>
                <a:cs typeface="Trebuchet MS"/>
              </a:rPr>
              <a:t> </a:t>
            </a:r>
            <a:r>
              <a:rPr sz="1700" dirty="0">
                <a:solidFill>
                  <a:srgbClr val="0033CC"/>
                </a:solidFill>
                <a:latin typeface="Trebuchet MS"/>
                <a:cs typeface="Trebuchet MS"/>
              </a:rPr>
              <a:t>send</a:t>
            </a:r>
            <a:r>
              <a:rPr sz="1700" spc="-25" dirty="0">
                <a:solidFill>
                  <a:srgbClr val="0033CC"/>
                </a:solidFill>
                <a:latin typeface="Trebuchet MS"/>
                <a:cs typeface="Trebuchet MS"/>
              </a:rPr>
              <a:t> </a:t>
            </a:r>
            <a:r>
              <a:rPr sz="1700" spc="-10" dirty="0">
                <a:solidFill>
                  <a:srgbClr val="0033CC"/>
                </a:solidFill>
                <a:latin typeface="Trebuchet MS"/>
                <a:cs typeface="Trebuchet MS"/>
              </a:rPr>
              <a:t>emails, </a:t>
            </a:r>
            <a:r>
              <a:rPr sz="1700" dirty="0">
                <a:solidFill>
                  <a:srgbClr val="0033CC"/>
                </a:solidFill>
                <a:latin typeface="Trebuchet MS"/>
                <a:cs typeface="Trebuchet MS"/>
              </a:rPr>
              <a:t>query</a:t>
            </a:r>
            <a:r>
              <a:rPr sz="1700" spc="-25" dirty="0">
                <a:solidFill>
                  <a:srgbClr val="0033CC"/>
                </a:solidFill>
                <a:latin typeface="Trebuchet MS"/>
                <a:cs typeface="Trebuchet MS"/>
              </a:rPr>
              <a:t> </a:t>
            </a:r>
            <a:r>
              <a:rPr sz="1700" dirty="0">
                <a:solidFill>
                  <a:srgbClr val="0033CC"/>
                </a:solidFill>
                <a:latin typeface="Trebuchet MS"/>
                <a:cs typeface="Trebuchet MS"/>
              </a:rPr>
              <a:t>a</a:t>
            </a:r>
            <a:r>
              <a:rPr sz="1700" spc="-25" dirty="0">
                <a:solidFill>
                  <a:srgbClr val="0033CC"/>
                </a:solidFill>
                <a:latin typeface="Trebuchet MS"/>
                <a:cs typeface="Trebuchet MS"/>
              </a:rPr>
              <a:t> </a:t>
            </a:r>
            <a:r>
              <a:rPr sz="1700" dirty="0">
                <a:solidFill>
                  <a:srgbClr val="0033CC"/>
                </a:solidFill>
                <a:latin typeface="Trebuchet MS"/>
                <a:cs typeface="Trebuchet MS"/>
              </a:rPr>
              <a:t>database,</a:t>
            </a:r>
            <a:r>
              <a:rPr sz="1700" spc="-20" dirty="0">
                <a:solidFill>
                  <a:srgbClr val="0033CC"/>
                </a:solidFill>
                <a:latin typeface="Trebuchet MS"/>
                <a:cs typeface="Trebuchet MS"/>
              </a:rPr>
              <a:t> </a:t>
            </a:r>
            <a:r>
              <a:rPr sz="1700" dirty="0">
                <a:solidFill>
                  <a:srgbClr val="0033CC"/>
                </a:solidFill>
                <a:latin typeface="Trebuchet MS"/>
                <a:cs typeface="Trebuchet MS"/>
              </a:rPr>
              <a:t>or</a:t>
            </a:r>
            <a:r>
              <a:rPr sz="1700" spc="-25" dirty="0">
                <a:solidFill>
                  <a:srgbClr val="0033CC"/>
                </a:solidFill>
                <a:latin typeface="Trebuchet MS"/>
                <a:cs typeface="Trebuchet MS"/>
              </a:rPr>
              <a:t> </a:t>
            </a:r>
            <a:r>
              <a:rPr sz="1700" dirty="0">
                <a:solidFill>
                  <a:srgbClr val="0033CC"/>
                </a:solidFill>
                <a:latin typeface="Trebuchet MS"/>
                <a:cs typeface="Trebuchet MS"/>
              </a:rPr>
              <a:t>run</a:t>
            </a:r>
            <a:r>
              <a:rPr sz="1700" spc="-25" dirty="0">
                <a:solidFill>
                  <a:srgbClr val="0033CC"/>
                </a:solidFill>
                <a:latin typeface="Trebuchet MS"/>
                <a:cs typeface="Trebuchet MS"/>
              </a:rPr>
              <a:t> </a:t>
            </a:r>
            <a:r>
              <a:rPr sz="1700" dirty="0">
                <a:solidFill>
                  <a:srgbClr val="0033CC"/>
                </a:solidFill>
                <a:latin typeface="Trebuchet MS"/>
                <a:cs typeface="Trebuchet MS"/>
              </a:rPr>
              <a:t>code,</a:t>
            </a:r>
            <a:r>
              <a:rPr sz="1700" spc="-20" dirty="0">
                <a:solidFill>
                  <a:srgbClr val="0033CC"/>
                </a:solidFill>
                <a:latin typeface="Trebuchet MS"/>
                <a:cs typeface="Trebuchet MS"/>
              </a:rPr>
              <a:t> </a:t>
            </a:r>
            <a:r>
              <a:rPr sz="1700" dirty="0">
                <a:solidFill>
                  <a:srgbClr val="0033CC"/>
                </a:solidFill>
                <a:latin typeface="Trebuchet MS"/>
                <a:cs typeface="Trebuchet MS"/>
              </a:rPr>
              <a:t>no</a:t>
            </a:r>
            <a:r>
              <a:rPr sz="1700" spc="-25" dirty="0">
                <a:solidFill>
                  <a:srgbClr val="0033CC"/>
                </a:solidFill>
                <a:latin typeface="Trebuchet MS"/>
                <a:cs typeface="Trebuchet MS"/>
              </a:rPr>
              <a:t> </a:t>
            </a:r>
            <a:r>
              <a:rPr sz="1700" dirty="0">
                <a:solidFill>
                  <a:srgbClr val="0033CC"/>
                </a:solidFill>
                <a:latin typeface="Trebuchet MS"/>
                <a:cs typeface="Trebuchet MS"/>
              </a:rPr>
              <a:t>visual</a:t>
            </a:r>
            <a:r>
              <a:rPr sz="1700" spc="-25" dirty="0">
                <a:solidFill>
                  <a:srgbClr val="0033CC"/>
                </a:solidFill>
                <a:latin typeface="Trebuchet MS"/>
                <a:cs typeface="Trebuchet MS"/>
              </a:rPr>
              <a:t> </a:t>
            </a:r>
            <a:r>
              <a:rPr sz="1700" dirty="0">
                <a:solidFill>
                  <a:srgbClr val="0033CC"/>
                </a:solidFill>
                <a:latin typeface="Trebuchet MS"/>
                <a:cs typeface="Trebuchet MS"/>
              </a:rPr>
              <a:t>trace</a:t>
            </a:r>
            <a:r>
              <a:rPr sz="1700" spc="-20" dirty="0">
                <a:solidFill>
                  <a:srgbClr val="0033CC"/>
                </a:solidFill>
                <a:latin typeface="Trebuchet MS"/>
                <a:cs typeface="Trebuchet MS"/>
              </a:rPr>
              <a:t> </a:t>
            </a:r>
            <a:r>
              <a:rPr sz="1700" dirty="0">
                <a:solidFill>
                  <a:srgbClr val="0033CC"/>
                </a:solidFill>
                <a:latin typeface="Trebuchet MS"/>
                <a:cs typeface="Trebuchet MS"/>
              </a:rPr>
              <a:t>of</a:t>
            </a:r>
            <a:r>
              <a:rPr sz="1700" spc="-25" dirty="0">
                <a:solidFill>
                  <a:srgbClr val="0033CC"/>
                </a:solidFill>
                <a:latin typeface="Trebuchet MS"/>
                <a:cs typeface="Trebuchet MS"/>
              </a:rPr>
              <a:t> </a:t>
            </a:r>
            <a:r>
              <a:rPr sz="1700" dirty="0">
                <a:solidFill>
                  <a:srgbClr val="0033CC"/>
                </a:solidFill>
                <a:latin typeface="Trebuchet MS"/>
                <a:cs typeface="Trebuchet MS"/>
              </a:rPr>
              <a:t>its</a:t>
            </a:r>
            <a:r>
              <a:rPr sz="1700" spc="-20" dirty="0">
                <a:solidFill>
                  <a:srgbClr val="0033CC"/>
                </a:solidFill>
                <a:latin typeface="Trebuchet MS"/>
                <a:cs typeface="Trebuchet MS"/>
              </a:rPr>
              <a:t> </a:t>
            </a:r>
            <a:r>
              <a:rPr sz="1700" dirty="0">
                <a:solidFill>
                  <a:srgbClr val="0033CC"/>
                </a:solidFill>
                <a:latin typeface="Trebuchet MS"/>
                <a:cs typeface="Trebuchet MS"/>
              </a:rPr>
              <a:t>origin</a:t>
            </a:r>
            <a:r>
              <a:rPr sz="1700" spc="-25" dirty="0">
                <a:solidFill>
                  <a:srgbClr val="0033CC"/>
                </a:solidFill>
                <a:latin typeface="Trebuchet MS"/>
                <a:cs typeface="Trebuchet MS"/>
              </a:rPr>
              <a:t> </a:t>
            </a:r>
            <a:r>
              <a:rPr sz="1700" dirty="0">
                <a:solidFill>
                  <a:srgbClr val="0033CC"/>
                </a:solidFill>
                <a:latin typeface="Trebuchet MS"/>
                <a:cs typeface="Trebuchet MS"/>
              </a:rPr>
              <a:t>is</a:t>
            </a:r>
            <a:r>
              <a:rPr sz="1700" spc="-25" dirty="0">
                <a:solidFill>
                  <a:srgbClr val="0033CC"/>
                </a:solidFill>
                <a:latin typeface="Trebuchet MS"/>
                <a:cs typeface="Trebuchet MS"/>
              </a:rPr>
              <a:t> </a:t>
            </a:r>
            <a:r>
              <a:rPr sz="1700" spc="-10" dirty="0">
                <a:solidFill>
                  <a:srgbClr val="0033CC"/>
                </a:solidFill>
                <a:latin typeface="Trebuchet MS"/>
                <a:cs typeface="Trebuchet MS"/>
              </a:rPr>
              <a:t>left.</a:t>
            </a:r>
            <a:endParaRPr sz="1700">
              <a:latin typeface="Trebuchet MS"/>
              <a:cs typeface="Trebuchet MS"/>
            </a:endParaRPr>
          </a:p>
          <a:p>
            <a:pPr marL="12700" marR="5080">
              <a:lnSpc>
                <a:spcPct val="114999"/>
              </a:lnSpc>
              <a:spcBef>
                <a:spcPts val="1400"/>
              </a:spcBef>
            </a:pPr>
            <a:r>
              <a:rPr sz="1700" dirty="0">
                <a:solidFill>
                  <a:srgbClr val="0033CC"/>
                </a:solidFill>
                <a:latin typeface="Trebuchet MS"/>
                <a:cs typeface="Trebuchet MS"/>
              </a:rPr>
              <a:t>Attacks</a:t>
            </a:r>
            <a:r>
              <a:rPr sz="1700" spc="-35" dirty="0">
                <a:solidFill>
                  <a:srgbClr val="0033CC"/>
                </a:solidFill>
                <a:latin typeface="Trebuchet MS"/>
                <a:cs typeface="Trebuchet MS"/>
              </a:rPr>
              <a:t> </a:t>
            </a:r>
            <a:r>
              <a:rPr sz="1700" dirty="0">
                <a:solidFill>
                  <a:srgbClr val="0033CC"/>
                </a:solidFill>
                <a:latin typeface="Trebuchet MS"/>
                <a:cs typeface="Trebuchet MS"/>
              </a:rPr>
              <a:t>on</a:t>
            </a:r>
            <a:r>
              <a:rPr sz="1700" spc="-30" dirty="0">
                <a:solidFill>
                  <a:srgbClr val="0033CC"/>
                </a:solidFill>
                <a:latin typeface="Trebuchet MS"/>
                <a:cs typeface="Trebuchet MS"/>
              </a:rPr>
              <a:t> </a:t>
            </a:r>
            <a:r>
              <a:rPr sz="1700" dirty="0">
                <a:solidFill>
                  <a:srgbClr val="0033CC"/>
                </a:solidFill>
                <a:latin typeface="Trebuchet MS"/>
                <a:cs typeface="Trebuchet MS"/>
              </a:rPr>
              <a:t>a</a:t>
            </a:r>
            <a:r>
              <a:rPr sz="1700" spc="-35" dirty="0">
                <a:solidFill>
                  <a:srgbClr val="0033CC"/>
                </a:solidFill>
                <a:latin typeface="Trebuchet MS"/>
                <a:cs typeface="Trebuchet MS"/>
              </a:rPr>
              <a:t> </a:t>
            </a:r>
            <a:r>
              <a:rPr sz="1700" dirty="0">
                <a:solidFill>
                  <a:srgbClr val="0033CC"/>
                </a:solidFill>
                <a:latin typeface="Trebuchet MS"/>
                <a:cs typeface="Trebuchet MS"/>
              </a:rPr>
              <a:t>single</a:t>
            </a:r>
            <a:r>
              <a:rPr sz="1700" spc="-30" dirty="0">
                <a:solidFill>
                  <a:srgbClr val="0033CC"/>
                </a:solidFill>
                <a:latin typeface="Trebuchet MS"/>
                <a:cs typeface="Trebuchet MS"/>
              </a:rPr>
              <a:t> </a:t>
            </a:r>
            <a:r>
              <a:rPr sz="1700" dirty="0">
                <a:solidFill>
                  <a:srgbClr val="0033CC"/>
                </a:solidFill>
                <a:latin typeface="Trebuchet MS"/>
                <a:cs typeface="Trebuchet MS"/>
              </a:rPr>
              <a:t>multimodal</a:t>
            </a:r>
            <a:r>
              <a:rPr sz="1700" spc="-30" dirty="0">
                <a:solidFill>
                  <a:srgbClr val="0033CC"/>
                </a:solidFill>
                <a:latin typeface="Trebuchet MS"/>
                <a:cs typeface="Trebuchet MS"/>
              </a:rPr>
              <a:t> </a:t>
            </a:r>
            <a:r>
              <a:rPr sz="1700" dirty="0">
                <a:solidFill>
                  <a:srgbClr val="0033CC"/>
                </a:solidFill>
                <a:latin typeface="Trebuchet MS"/>
                <a:cs typeface="Trebuchet MS"/>
              </a:rPr>
              <a:t>model</a:t>
            </a:r>
            <a:r>
              <a:rPr sz="1700" spc="-35" dirty="0">
                <a:solidFill>
                  <a:srgbClr val="0033CC"/>
                </a:solidFill>
                <a:latin typeface="Trebuchet MS"/>
                <a:cs typeface="Trebuchet MS"/>
              </a:rPr>
              <a:t> </a:t>
            </a:r>
            <a:r>
              <a:rPr sz="1700" dirty="0">
                <a:solidFill>
                  <a:srgbClr val="0033CC"/>
                </a:solidFill>
                <a:latin typeface="Trebuchet MS"/>
                <a:cs typeface="Trebuchet MS"/>
              </a:rPr>
              <a:t>are</a:t>
            </a:r>
            <a:r>
              <a:rPr sz="1700" spc="-30" dirty="0">
                <a:solidFill>
                  <a:srgbClr val="0033CC"/>
                </a:solidFill>
                <a:latin typeface="Trebuchet MS"/>
                <a:cs typeface="Trebuchet MS"/>
              </a:rPr>
              <a:t> </a:t>
            </a:r>
            <a:r>
              <a:rPr sz="1700" dirty="0">
                <a:solidFill>
                  <a:srgbClr val="0033CC"/>
                </a:solidFill>
                <a:latin typeface="Trebuchet MS"/>
                <a:cs typeface="Trebuchet MS"/>
              </a:rPr>
              <a:t>well</a:t>
            </a:r>
            <a:r>
              <a:rPr sz="1700" spc="-30" dirty="0">
                <a:solidFill>
                  <a:srgbClr val="0033CC"/>
                </a:solidFill>
                <a:latin typeface="Trebuchet MS"/>
                <a:cs typeface="Trebuchet MS"/>
              </a:rPr>
              <a:t> </a:t>
            </a:r>
            <a:r>
              <a:rPr sz="1700" dirty="0">
                <a:solidFill>
                  <a:srgbClr val="0033CC"/>
                </a:solidFill>
                <a:latin typeface="Trebuchet MS"/>
                <a:cs typeface="Trebuchet MS"/>
              </a:rPr>
              <a:t>studied,</a:t>
            </a:r>
            <a:r>
              <a:rPr sz="1700" spc="-35" dirty="0">
                <a:solidFill>
                  <a:srgbClr val="0033CC"/>
                </a:solidFill>
                <a:latin typeface="Trebuchet MS"/>
                <a:cs typeface="Trebuchet MS"/>
              </a:rPr>
              <a:t> </a:t>
            </a:r>
            <a:r>
              <a:rPr sz="1700" dirty="0">
                <a:solidFill>
                  <a:srgbClr val="0033CC"/>
                </a:solidFill>
                <a:latin typeface="Trebuchet MS"/>
                <a:cs typeface="Trebuchet MS"/>
              </a:rPr>
              <a:t>but</a:t>
            </a:r>
            <a:r>
              <a:rPr sz="1700" spc="-30" dirty="0">
                <a:solidFill>
                  <a:srgbClr val="0033CC"/>
                </a:solidFill>
                <a:latin typeface="Trebuchet MS"/>
                <a:cs typeface="Trebuchet MS"/>
              </a:rPr>
              <a:t> </a:t>
            </a:r>
            <a:r>
              <a:rPr sz="1700" dirty="0">
                <a:solidFill>
                  <a:srgbClr val="0033CC"/>
                </a:solidFill>
                <a:latin typeface="Trebuchet MS"/>
                <a:cs typeface="Trebuchet MS"/>
              </a:rPr>
              <a:t>how</a:t>
            </a:r>
            <a:r>
              <a:rPr sz="1700" spc="-30" dirty="0">
                <a:solidFill>
                  <a:srgbClr val="0033CC"/>
                </a:solidFill>
                <a:latin typeface="Trebuchet MS"/>
                <a:cs typeface="Trebuchet MS"/>
              </a:rPr>
              <a:t> </a:t>
            </a:r>
            <a:r>
              <a:rPr sz="1700" dirty="0">
                <a:solidFill>
                  <a:srgbClr val="0033CC"/>
                </a:solidFill>
                <a:latin typeface="Trebuchet MS"/>
                <a:cs typeface="Trebuchet MS"/>
              </a:rPr>
              <a:t>an</a:t>
            </a:r>
            <a:r>
              <a:rPr sz="1700" spc="-35" dirty="0">
                <a:solidFill>
                  <a:srgbClr val="0033CC"/>
                </a:solidFill>
                <a:latin typeface="Trebuchet MS"/>
                <a:cs typeface="Trebuchet MS"/>
              </a:rPr>
              <a:t> </a:t>
            </a:r>
            <a:r>
              <a:rPr sz="1700" dirty="0">
                <a:solidFill>
                  <a:srgbClr val="0033CC"/>
                </a:solidFill>
                <a:latin typeface="Trebuchet MS"/>
                <a:cs typeface="Trebuchet MS"/>
              </a:rPr>
              <a:t>injected</a:t>
            </a:r>
            <a:r>
              <a:rPr sz="1700" spc="-30" dirty="0">
                <a:solidFill>
                  <a:srgbClr val="0033CC"/>
                </a:solidFill>
                <a:latin typeface="Trebuchet MS"/>
                <a:cs typeface="Trebuchet MS"/>
              </a:rPr>
              <a:t> </a:t>
            </a:r>
            <a:r>
              <a:rPr sz="1700" dirty="0">
                <a:solidFill>
                  <a:srgbClr val="0033CC"/>
                </a:solidFill>
                <a:latin typeface="Trebuchet MS"/>
                <a:cs typeface="Trebuchet MS"/>
              </a:rPr>
              <a:t>image</a:t>
            </a:r>
            <a:r>
              <a:rPr sz="1700" spc="-30" dirty="0">
                <a:solidFill>
                  <a:srgbClr val="0033CC"/>
                </a:solidFill>
                <a:latin typeface="Trebuchet MS"/>
                <a:cs typeface="Trebuchet MS"/>
              </a:rPr>
              <a:t> </a:t>
            </a:r>
            <a:r>
              <a:rPr sz="1700" spc="-10" dirty="0">
                <a:solidFill>
                  <a:srgbClr val="0033CC"/>
                </a:solidFill>
                <a:latin typeface="Trebuchet MS"/>
                <a:cs typeface="Trebuchet MS"/>
              </a:rPr>
              <a:t>travels </a:t>
            </a:r>
            <a:r>
              <a:rPr sz="1700" dirty="0">
                <a:solidFill>
                  <a:srgbClr val="0033CC"/>
                </a:solidFill>
                <a:latin typeface="Trebuchet MS"/>
                <a:cs typeface="Trebuchet MS"/>
              </a:rPr>
              <a:t>across</a:t>
            </a:r>
            <a:r>
              <a:rPr sz="1700" spc="-30" dirty="0">
                <a:solidFill>
                  <a:srgbClr val="0033CC"/>
                </a:solidFill>
                <a:latin typeface="Trebuchet MS"/>
                <a:cs typeface="Trebuchet MS"/>
              </a:rPr>
              <a:t> </a:t>
            </a:r>
            <a:r>
              <a:rPr sz="1700" dirty="0">
                <a:solidFill>
                  <a:srgbClr val="0033CC"/>
                </a:solidFill>
                <a:latin typeface="Trebuchet MS"/>
                <a:cs typeface="Trebuchet MS"/>
              </a:rPr>
              <a:t>two</a:t>
            </a:r>
            <a:r>
              <a:rPr sz="1700" spc="-25" dirty="0">
                <a:solidFill>
                  <a:srgbClr val="0033CC"/>
                </a:solidFill>
                <a:latin typeface="Trebuchet MS"/>
                <a:cs typeface="Trebuchet MS"/>
              </a:rPr>
              <a:t> </a:t>
            </a:r>
            <a:r>
              <a:rPr sz="1700" dirty="0">
                <a:solidFill>
                  <a:srgbClr val="0033CC"/>
                </a:solidFill>
                <a:latin typeface="Trebuchet MS"/>
                <a:cs typeface="Trebuchet MS"/>
              </a:rPr>
              <a:t>to</a:t>
            </a:r>
            <a:r>
              <a:rPr sz="1700" spc="-30" dirty="0">
                <a:solidFill>
                  <a:srgbClr val="0033CC"/>
                </a:solidFill>
                <a:latin typeface="Trebuchet MS"/>
                <a:cs typeface="Trebuchet MS"/>
              </a:rPr>
              <a:t> </a:t>
            </a:r>
            <a:r>
              <a:rPr sz="1700" dirty="0">
                <a:solidFill>
                  <a:srgbClr val="0033CC"/>
                </a:solidFill>
                <a:latin typeface="Trebuchet MS"/>
                <a:cs typeface="Trebuchet MS"/>
              </a:rPr>
              <a:t>four</a:t>
            </a:r>
            <a:r>
              <a:rPr sz="1700" spc="-25" dirty="0">
                <a:solidFill>
                  <a:srgbClr val="0033CC"/>
                </a:solidFill>
                <a:latin typeface="Trebuchet MS"/>
                <a:cs typeface="Trebuchet MS"/>
              </a:rPr>
              <a:t> </a:t>
            </a:r>
            <a:r>
              <a:rPr sz="1700" dirty="0">
                <a:solidFill>
                  <a:srgbClr val="0033CC"/>
                </a:solidFill>
                <a:latin typeface="Trebuchet MS"/>
                <a:cs typeface="Trebuchet MS"/>
              </a:rPr>
              <a:t>cooperating</a:t>
            </a:r>
            <a:r>
              <a:rPr sz="1700" spc="-30" dirty="0">
                <a:solidFill>
                  <a:srgbClr val="0033CC"/>
                </a:solidFill>
                <a:latin typeface="Trebuchet MS"/>
                <a:cs typeface="Trebuchet MS"/>
              </a:rPr>
              <a:t> </a:t>
            </a:r>
            <a:r>
              <a:rPr sz="1700" dirty="0">
                <a:solidFill>
                  <a:srgbClr val="0033CC"/>
                </a:solidFill>
                <a:latin typeface="Trebuchet MS"/>
                <a:cs typeface="Trebuchet MS"/>
              </a:rPr>
              <a:t>agents,</a:t>
            </a:r>
            <a:r>
              <a:rPr sz="1700" spc="-25" dirty="0">
                <a:solidFill>
                  <a:srgbClr val="0033CC"/>
                </a:solidFill>
                <a:latin typeface="Trebuchet MS"/>
                <a:cs typeface="Trebuchet MS"/>
              </a:rPr>
              <a:t> </a:t>
            </a:r>
            <a:r>
              <a:rPr sz="1700" dirty="0">
                <a:solidFill>
                  <a:srgbClr val="0033CC"/>
                </a:solidFill>
                <a:latin typeface="Trebuchet MS"/>
                <a:cs typeface="Trebuchet MS"/>
              </a:rPr>
              <a:t>and</a:t>
            </a:r>
            <a:r>
              <a:rPr sz="1700" spc="-30" dirty="0">
                <a:solidFill>
                  <a:srgbClr val="0033CC"/>
                </a:solidFill>
                <a:latin typeface="Trebuchet MS"/>
                <a:cs typeface="Trebuchet MS"/>
              </a:rPr>
              <a:t> </a:t>
            </a:r>
            <a:r>
              <a:rPr sz="1700" dirty="0">
                <a:solidFill>
                  <a:srgbClr val="0033CC"/>
                </a:solidFill>
                <a:latin typeface="Trebuchet MS"/>
                <a:cs typeface="Trebuchet MS"/>
              </a:rPr>
              <a:t>whether</a:t>
            </a:r>
            <a:r>
              <a:rPr sz="1700" spc="-25" dirty="0">
                <a:solidFill>
                  <a:srgbClr val="0033CC"/>
                </a:solidFill>
                <a:latin typeface="Trebuchet MS"/>
                <a:cs typeface="Trebuchet MS"/>
              </a:rPr>
              <a:t> </a:t>
            </a:r>
            <a:r>
              <a:rPr sz="1700" dirty="0">
                <a:solidFill>
                  <a:srgbClr val="0033CC"/>
                </a:solidFill>
                <a:latin typeface="Trebuchet MS"/>
                <a:cs typeface="Trebuchet MS"/>
              </a:rPr>
              <a:t>a</a:t>
            </a:r>
            <a:r>
              <a:rPr sz="1700" spc="-25" dirty="0">
                <a:solidFill>
                  <a:srgbClr val="0033CC"/>
                </a:solidFill>
                <a:latin typeface="Trebuchet MS"/>
                <a:cs typeface="Trebuchet MS"/>
              </a:rPr>
              <a:t> </a:t>
            </a:r>
            <a:r>
              <a:rPr sz="1700" dirty="0">
                <a:solidFill>
                  <a:srgbClr val="0033CC"/>
                </a:solidFill>
                <a:latin typeface="Trebuchet MS"/>
                <a:cs typeface="Trebuchet MS"/>
              </a:rPr>
              <a:t>lightweight</a:t>
            </a:r>
            <a:r>
              <a:rPr sz="1700" spc="-30" dirty="0">
                <a:solidFill>
                  <a:srgbClr val="0033CC"/>
                </a:solidFill>
                <a:latin typeface="Trebuchet MS"/>
                <a:cs typeface="Trebuchet MS"/>
              </a:rPr>
              <a:t> </a:t>
            </a:r>
            <a:r>
              <a:rPr sz="1700" dirty="0">
                <a:solidFill>
                  <a:srgbClr val="0033CC"/>
                </a:solidFill>
                <a:latin typeface="Trebuchet MS"/>
                <a:cs typeface="Trebuchet MS"/>
              </a:rPr>
              <a:t>guard</a:t>
            </a:r>
            <a:r>
              <a:rPr sz="1700" spc="-25" dirty="0">
                <a:solidFill>
                  <a:srgbClr val="0033CC"/>
                </a:solidFill>
                <a:latin typeface="Trebuchet MS"/>
                <a:cs typeface="Trebuchet MS"/>
              </a:rPr>
              <a:t> </a:t>
            </a:r>
            <a:r>
              <a:rPr sz="1700" dirty="0">
                <a:solidFill>
                  <a:srgbClr val="0033CC"/>
                </a:solidFill>
                <a:latin typeface="Trebuchet MS"/>
                <a:cs typeface="Trebuchet MS"/>
              </a:rPr>
              <a:t>layer</a:t>
            </a:r>
            <a:r>
              <a:rPr sz="1700" spc="-30" dirty="0">
                <a:solidFill>
                  <a:srgbClr val="0033CC"/>
                </a:solidFill>
                <a:latin typeface="Trebuchet MS"/>
                <a:cs typeface="Trebuchet MS"/>
              </a:rPr>
              <a:t> </a:t>
            </a:r>
            <a:r>
              <a:rPr sz="1700" dirty="0">
                <a:solidFill>
                  <a:srgbClr val="0033CC"/>
                </a:solidFill>
                <a:latin typeface="Trebuchet MS"/>
                <a:cs typeface="Trebuchet MS"/>
              </a:rPr>
              <a:t>can</a:t>
            </a:r>
            <a:r>
              <a:rPr sz="1700" spc="-25" dirty="0">
                <a:solidFill>
                  <a:srgbClr val="0033CC"/>
                </a:solidFill>
                <a:latin typeface="Trebuchet MS"/>
                <a:cs typeface="Trebuchet MS"/>
              </a:rPr>
              <a:t> </a:t>
            </a:r>
            <a:r>
              <a:rPr sz="1700" dirty="0">
                <a:solidFill>
                  <a:srgbClr val="0033CC"/>
                </a:solidFill>
                <a:latin typeface="Trebuchet MS"/>
                <a:cs typeface="Trebuchet MS"/>
              </a:rPr>
              <a:t>catch</a:t>
            </a:r>
            <a:r>
              <a:rPr sz="1700" spc="-30" dirty="0">
                <a:solidFill>
                  <a:srgbClr val="0033CC"/>
                </a:solidFill>
                <a:latin typeface="Trebuchet MS"/>
                <a:cs typeface="Trebuchet MS"/>
              </a:rPr>
              <a:t> </a:t>
            </a:r>
            <a:r>
              <a:rPr sz="1700" spc="-25" dirty="0">
                <a:solidFill>
                  <a:srgbClr val="0033CC"/>
                </a:solidFill>
                <a:latin typeface="Trebuchet MS"/>
                <a:cs typeface="Trebuchet MS"/>
              </a:rPr>
              <a:t>it </a:t>
            </a:r>
            <a:r>
              <a:rPr sz="1700" dirty="0">
                <a:solidFill>
                  <a:srgbClr val="0033CC"/>
                </a:solidFill>
                <a:latin typeface="Trebuchet MS"/>
                <a:cs typeface="Trebuchet MS"/>
              </a:rPr>
              <a:t>along</a:t>
            </a:r>
            <a:r>
              <a:rPr sz="1700" spc="-40" dirty="0">
                <a:solidFill>
                  <a:srgbClr val="0033CC"/>
                </a:solidFill>
                <a:latin typeface="Trebuchet MS"/>
                <a:cs typeface="Trebuchet MS"/>
              </a:rPr>
              <a:t> </a:t>
            </a:r>
            <a:r>
              <a:rPr sz="1700" dirty="0">
                <a:solidFill>
                  <a:srgbClr val="0033CC"/>
                </a:solidFill>
                <a:latin typeface="Trebuchet MS"/>
                <a:cs typeface="Trebuchet MS"/>
              </a:rPr>
              <a:t>the</a:t>
            </a:r>
            <a:r>
              <a:rPr sz="1700" spc="-35" dirty="0">
                <a:solidFill>
                  <a:srgbClr val="0033CC"/>
                </a:solidFill>
                <a:latin typeface="Trebuchet MS"/>
                <a:cs typeface="Trebuchet MS"/>
              </a:rPr>
              <a:t> way, </a:t>
            </a:r>
            <a:r>
              <a:rPr sz="1700" dirty="0">
                <a:solidFill>
                  <a:srgbClr val="0033CC"/>
                </a:solidFill>
                <a:latin typeface="Trebuchet MS"/>
                <a:cs typeface="Trebuchet MS"/>
              </a:rPr>
              <a:t>is</a:t>
            </a:r>
            <a:r>
              <a:rPr sz="1700" spc="-35" dirty="0">
                <a:solidFill>
                  <a:srgbClr val="0033CC"/>
                </a:solidFill>
                <a:latin typeface="Trebuchet MS"/>
                <a:cs typeface="Trebuchet MS"/>
              </a:rPr>
              <a:t> </a:t>
            </a:r>
            <a:r>
              <a:rPr sz="1700" dirty="0">
                <a:solidFill>
                  <a:srgbClr val="0033CC"/>
                </a:solidFill>
                <a:latin typeface="Trebuchet MS"/>
                <a:cs typeface="Trebuchet MS"/>
              </a:rPr>
              <a:t>still</a:t>
            </a:r>
            <a:r>
              <a:rPr sz="1700" spc="-40" dirty="0">
                <a:solidFill>
                  <a:srgbClr val="0033CC"/>
                </a:solidFill>
                <a:latin typeface="Trebuchet MS"/>
                <a:cs typeface="Trebuchet MS"/>
              </a:rPr>
              <a:t> </a:t>
            </a:r>
            <a:r>
              <a:rPr sz="1700" dirty="0">
                <a:solidFill>
                  <a:srgbClr val="0033CC"/>
                </a:solidFill>
                <a:latin typeface="Trebuchet MS"/>
                <a:cs typeface="Trebuchet MS"/>
              </a:rPr>
              <a:t>largely</a:t>
            </a:r>
            <a:r>
              <a:rPr sz="1700" spc="-35" dirty="0">
                <a:solidFill>
                  <a:srgbClr val="0033CC"/>
                </a:solidFill>
                <a:latin typeface="Trebuchet MS"/>
                <a:cs typeface="Trebuchet MS"/>
              </a:rPr>
              <a:t> </a:t>
            </a:r>
            <a:r>
              <a:rPr sz="1700" dirty="0">
                <a:solidFill>
                  <a:srgbClr val="0033CC"/>
                </a:solidFill>
                <a:latin typeface="Trebuchet MS"/>
                <a:cs typeface="Trebuchet MS"/>
              </a:rPr>
              <a:t>unmeasured.</a:t>
            </a:r>
            <a:r>
              <a:rPr sz="1700" spc="-65" dirty="0">
                <a:solidFill>
                  <a:srgbClr val="0033CC"/>
                </a:solidFill>
                <a:latin typeface="Trebuchet MS"/>
                <a:cs typeface="Trebuchet MS"/>
              </a:rPr>
              <a:t> </a:t>
            </a:r>
            <a:r>
              <a:rPr sz="1700" dirty="0">
                <a:solidFill>
                  <a:srgbClr val="0033CC"/>
                </a:solidFill>
                <a:latin typeface="Trebuchet MS"/>
                <a:cs typeface="Trebuchet MS"/>
              </a:rPr>
              <a:t>This</a:t>
            </a:r>
            <a:r>
              <a:rPr sz="1700" spc="-35" dirty="0">
                <a:solidFill>
                  <a:srgbClr val="0033CC"/>
                </a:solidFill>
                <a:latin typeface="Trebuchet MS"/>
                <a:cs typeface="Trebuchet MS"/>
              </a:rPr>
              <a:t> </a:t>
            </a:r>
            <a:r>
              <a:rPr sz="1700" dirty="0">
                <a:solidFill>
                  <a:srgbClr val="0033CC"/>
                </a:solidFill>
                <a:latin typeface="Trebuchet MS"/>
                <a:cs typeface="Trebuchet MS"/>
              </a:rPr>
              <a:t>makes</a:t>
            </a:r>
            <a:r>
              <a:rPr sz="1700" spc="-35" dirty="0">
                <a:solidFill>
                  <a:srgbClr val="0033CC"/>
                </a:solidFill>
                <a:latin typeface="Trebuchet MS"/>
                <a:cs typeface="Trebuchet MS"/>
              </a:rPr>
              <a:t> </a:t>
            </a:r>
            <a:r>
              <a:rPr sz="1700" dirty="0">
                <a:solidFill>
                  <a:srgbClr val="0033CC"/>
                </a:solidFill>
                <a:latin typeface="Trebuchet MS"/>
                <a:cs typeface="Trebuchet MS"/>
              </a:rPr>
              <a:t>the</a:t>
            </a:r>
            <a:r>
              <a:rPr sz="1700" spc="-35" dirty="0">
                <a:solidFill>
                  <a:srgbClr val="0033CC"/>
                </a:solidFill>
                <a:latin typeface="Trebuchet MS"/>
                <a:cs typeface="Trebuchet MS"/>
              </a:rPr>
              <a:t> </a:t>
            </a:r>
            <a:r>
              <a:rPr sz="1700" dirty="0">
                <a:solidFill>
                  <a:srgbClr val="0033CC"/>
                </a:solidFill>
                <a:latin typeface="Trebuchet MS"/>
                <a:cs typeface="Trebuchet MS"/>
              </a:rPr>
              <a:t>problem</a:t>
            </a:r>
            <a:r>
              <a:rPr sz="1700" spc="-40" dirty="0">
                <a:solidFill>
                  <a:srgbClr val="0033CC"/>
                </a:solidFill>
                <a:latin typeface="Trebuchet MS"/>
                <a:cs typeface="Trebuchet MS"/>
              </a:rPr>
              <a:t> </a:t>
            </a:r>
            <a:r>
              <a:rPr sz="1700" dirty="0">
                <a:solidFill>
                  <a:srgbClr val="0033CC"/>
                </a:solidFill>
                <a:latin typeface="Trebuchet MS"/>
                <a:cs typeface="Trebuchet MS"/>
              </a:rPr>
              <a:t>practical</a:t>
            </a:r>
            <a:r>
              <a:rPr sz="1700" spc="-35" dirty="0">
                <a:solidFill>
                  <a:srgbClr val="0033CC"/>
                </a:solidFill>
                <a:latin typeface="Trebuchet MS"/>
                <a:cs typeface="Trebuchet MS"/>
              </a:rPr>
              <a:t> </a:t>
            </a:r>
            <a:r>
              <a:rPr sz="1700" dirty="0">
                <a:solidFill>
                  <a:srgbClr val="0033CC"/>
                </a:solidFill>
                <a:latin typeface="Trebuchet MS"/>
                <a:cs typeface="Trebuchet MS"/>
              </a:rPr>
              <a:t>for</a:t>
            </a:r>
            <a:r>
              <a:rPr sz="1700" spc="-35" dirty="0">
                <a:solidFill>
                  <a:srgbClr val="0033CC"/>
                </a:solidFill>
                <a:latin typeface="Trebuchet MS"/>
                <a:cs typeface="Trebuchet MS"/>
              </a:rPr>
              <a:t> </a:t>
            </a:r>
            <a:r>
              <a:rPr sz="1700" dirty="0">
                <a:solidFill>
                  <a:srgbClr val="0033CC"/>
                </a:solidFill>
                <a:latin typeface="Trebuchet MS"/>
                <a:cs typeface="Trebuchet MS"/>
              </a:rPr>
              <a:t>us:</a:t>
            </a:r>
            <a:r>
              <a:rPr sz="1700" spc="-35" dirty="0">
                <a:solidFill>
                  <a:srgbClr val="0033CC"/>
                </a:solidFill>
                <a:latin typeface="Trebuchet MS"/>
                <a:cs typeface="Trebuchet MS"/>
              </a:rPr>
              <a:t> </a:t>
            </a:r>
            <a:r>
              <a:rPr sz="1700" dirty="0">
                <a:solidFill>
                  <a:srgbClr val="0033CC"/>
                </a:solidFill>
                <a:latin typeface="Trebuchet MS"/>
                <a:cs typeface="Trebuchet MS"/>
              </a:rPr>
              <a:t>it</a:t>
            </a:r>
            <a:r>
              <a:rPr sz="1700" spc="-40" dirty="0">
                <a:solidFill>
                  <a:srgbClr val="0033CC"/>
                </a:solidFill>
                <a:latin typeface="Trebuchet MS"/>
                <a:cs typeface="Trebuchet MS"/>
              </a:rPr>
              <a:t> </a:t>
            </a:r>
            <a:r>
              <a:rPr sz="1700" dirty="0">
                <a:solidFill>
                  <a:srgbClr val="0033CC"/>
                </a:solidFill>
                <a:latin typeface="Trebuchet MS"/>
                <a:cs typeface="Trebuchet MS"/>
              </a:rPr>
              <a:t>needs</a:t>
            </a:r>
            <a:r>
              <a:rPr sz="1700" spc="-35" dirty="0">
                <a:solidFill>
                  <a:srgbClr val="0033CC"/>
                </a:solidFill>
                <a:latin typeface="Trebuchet MS"/>
                <a:cs typeface="Trebuchet MS"/>
              </a:rPr>
              <a:t> </a:t>
            </a:r>
            <a:r>
              <a:rPr sz="1700" spc="-25" dirty="0">
                <a:solidFill>
                  <a:srgbClr val="0033CC"/>
                </a:solidFill>
                <a:latin typeface="Trebuchet MS"/>
                <a:cs typeface="Trebuchet MS"/>
              </a:rPr>
              <a:t>no </a:t>
            </a:r>
            <a:r>
              <a:rPr sz="1700" dirty="0">
                <a:solidFill>
                  <a:srgbClr val="0033CC"/>
                </a:solidFill>
                <a:latin typeface="Trebuchet MS"/>
                <a:cs typeface="Trebuchet MS"/>
              </a:rPr>
              <a:t>model</a:t>
            </a:r>
            <a:r>
              <a:rPr sz="1700" spc="-45" dirty="0">
                <a:solidFill>
                  <a:srgbClr val="0033CC"/>
                </a:solidFill>
                <a:latin typeface="Trebuchet MS"/>
                <a:cs typeface="Trebuchet MS"/>
              </a:rPr>
              <a:t> </a:t>
            </a:r>
            <a:r>
              <a:rPr sz="1700" dirty="0">
                <a:solidFill>
                  <a:srgbClr val="0033CC"/>
                </a:solidFill>
                <a:latin typeface="Trebuchet MS"/>
                <a:cs typeface="Trebuchet MS"/>
              </a:rPr>
              <a:t>training,</a:t>
            </a:r>
            <a:r>
              <a:rPr sz="1700" spc="-45" dirty="0">
                <a:solidFill>
                  <a:srgbClr val="0033CC"/>
                </a:solidFill>
                <a:latin typeface="Trebuchet MS"/>
                <a:cs typeface="Trebuchet MS"/>
              </a:rPr>
              <a:t> </a:t>
            </a:r>
            <a:r>
              <a:rPr sz="1700" dirty="0">
                <a:solidFill>
                  <a:srgbClr val="0033CC"/>
                </a:solidFill>
                <a:latin typeface="Trebuchet MS"/>
                <a:cs typeface="Trebuchet MS"/>
              </a:rPr>
              <a:t>only</a:t>
            </a:r>
            <a:r>
              <a:rPr sz="1700" spc="-45" dirty="0">
                <a:solidFill>
                  <a:srgbClr val="0033CC"/>
                </a:solidFill>
                <a:latin typeface="Trebuchet MS"/>
                <a:cs typeface="Trebuchet MS"/>
              </a:rPr>
              <a:t> </a:t>
            </a:r>
            <a:r>
              <a:rPr sz="1700" dirty="0">
                <a:solidFill>
                  <a:srgbClr val="0033CC"/>
                </a:solidFill>
                <a:latin typeface="Trebuchet MS"/>
                <a:cs typeface="Trebuchet MS"/>
              </a:rPr>
              <a:t>a</a:t>
            </a:r>
            <a:r>
              <a:rPr sz="1700" spc="-45" dirty="0">
                <a:solidFill>
                  <a:srgbClr val="0033CC"/>
                </a:solidFill>
                <a:latin typeface="Trebuchet MS"/>
                <a:cs typeface="Trebuchet MS"/>
              </a:rPr>
              <a:t> </a:t>
            </a:r>
            <a:r>
              <a:rPr sz="1700" dirty="0">
                <a:solidFill>
                  <a:srgbClr val="0033CC"/>
                </a:solidFill>
                <a:latin typeface="Trebuchet MS"/>
                <a:cs typeface="Trebuchet MS"/>
              </a:rPr>
              <a:t>small</a:t>
            </a:r>
            <a:r>
              <a:rPr sz="1700" spc="-40" dirty="0">
                <a:solidFill>
                  <a:srgbClr val="0033CC"/>
                </a:solidFill>
                <a:latin typeface="Trebuchet MS"/>
                <a:cs typeface="Trebuchet MS"/>
              </a:rPr>
              <a:t> </a:t>
            </a:r>
            <a:r>
              <a:rPr sz="1700" dirty="0">
                <a:solidFill>
                  <a:srgbClr val="0033CC"/>
                </a:solidFill>
                <a:latin typeface="Trebuchet MS"/>
                <a:cs typeface="Trebuchet MS"/>
              </a:rPr>
              <a:t>instrumented</a:t>
            </a:r>
            <a:r>
              <a:rPr sz="1700" spc="-45" dirty="0">
                <a:solidFill>
                  <a:srgbClr val="0033CC"/>
                </a:solidFill>
                <a:latin typeface="Trebuchet MS"/>
                <a:cs typeface="Trebuchet MS"/>
              </a:rPr>
              <a:t> </a:t>
            </a:r>
            <a:r>
              <a:rPr sz="1700" dirty="0">
                <a:solidFill>
                  <a:srgbClr val="0033CC"/>
                </a:solidFill>
                <a:latin typeface="Trebuchet MS"/>
                <a:cs typeface="Trebuchet MS"/>
              </a:rPr>
              <a:t>pipeline</a:t>
            </a:r>
            <a:r>
              <a:rPr sz="1700" spc="-45" dirty="0">
                <a:solidFill>
                  <a:srgbClr val="0033CC"/>
                </a:solidFill>
                <a:latin typeface="Trebuchet MS"/>
                <a:cs typeface="Trebuchet MS"/>
              </a:rPr>
              <a:t> </a:t>
            </a:r>
            <a:r>
              <a:rPr sz="1700" dirty="0">
                <a:solidFill>
                  <a:srgbClr val="0033CC"/>
                </a:solidFill>
                <a:latin typeface="Trebuchet MS"/>
                <a:cs typeface="Trebuchet MS"/>
              </a:rPr>
              <a:t>built</a:t>
            </a:r>
            <a:r>
              <a:rPr sz="1700" spc="-45" dirty="0">
                <a:solidFill>
                  <a:srgbClr val="0033CC"/>
                </a:solidFill>
                <a:latin typeface="Trebuchet MS"/>
                <a:cs typeface="Trebuchet MS"/>
              </a:rPr>
              <a:t> </a:t>
            </a:r>
            <a:r>
              <a:rPr sz="1700" dirty="0">
                <a:solidFill>
                  <a:srgbClr val="0033CC"/>
                </a:solidFill>
                <a:latin typeface="Trebuchet MS"/>
                <a:cs typeface="Trebuchet MS"/>
              </a:rPr>
              <a:t>on</a:t>
            </a:r>
            <a:r>
              <a:rPr sz="1700" spc="-45" dirty="0">
                <a:solidFill>
                  <a:srgbClr val="0033CC"/>
                </a:solidFill>
                <a:latin typeface="Trebuchet MS"/>
                <a:cs typeface="Trebuchet MS"/>
              </a:rPr>
              <a:t> </a:t>
            </a:r>
            <a:r>
              <a:rPr sz="1700" dirty="0">
                <a:solidFill>
                  <a:srgbClr val="0033CC"/>
                </a:solidFill>
                <a:latin typeface="Trebuchet MS"/>
                <a:cs typeface="Trebuchet MS"/>
              </a:rPr>
              <a:t>existing</a:t>
            </a:r>
            <a:r>
              <a:rPr sz="1700" spc="-40" dirty="0">
                <a:solidFill>
                  <a:srgbClr val="0033CC"/>
                </a:solidFill>
                <a:latin typeface="Trebuchet MS"/>
                <a:cs typeface="Trebuchet MS"/>
              </a:rPr>
              <a:t> </a:t>
            </a:r>
            <a:r>
              <a:rPr sz="1700" dirty="0">
                <a:solidFill>
                  <a:srgbClr val="0033CC"/>
                </a:solidFill>
                <a:latin typeface="Trebuchet MS"/>
                <a:cs typeface="Trebuchet MS"/>
              </a:rPr>
              <a:t>injection</a:t>
            </a:r>
            <a:r>
              <a:rPr sz="1700" spc="-45" dirty="0">
                <a:solidFill>
                  <a:srgbClr val="0033CC"/>
                </a:solidFill>
                <a:latin typeface="Trebuchet MS"/>
                <a:cs typeface="Trebuchet MS"/>
              </a:rPr>
              <a:t> </a:t>
            </a:r>
            <a:r>
              <a:rPr sz="1700" spc="-10" dirty="0">
                <a:solidFill>
                  <a:srgbClr val="0033CC"/>
                </a:solidFill>
                <a:latin typeface="Trebuchet MS"/>
                <a:cs typeface="Trebuchet MS"/>
              </a:rPr>
              <a:t>techniques.</a:t>
            </a:r>
            <a:endParaRPr sz="1700">
              <a:latin typeface="Trebuchet MS"/>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bject 8"/>
          <p:cNvPicPr/>
          <p:nvPr/>
        </p:nvPicPr>
        <p:blipFill>
          <a:blip r:embed="rId2" cstate="print"/>
          <a:stretch>
            <a:fillRect/>
          </a:stretch>
        </p:blipFill>
        <p:spPr>
          <a:xfrm>
            <a:off x="763000" y="628375"/>
            <a:ext cx="823924" cy="823924"/>
          </a:xfrm>
          <a:prstGeom prst="rect">
            <a:avLst/>
          </a:prstGeom>
        </p:spPr>
      </p:pic>
      <p:sp>
        <p:nvSpPr>
          <p:cNvPr id="7" name="object 7" descr="$PPTXTitle"/>
          <p:cNvSpPr txBox="1">
            <a:spLocks noGrp="1"/>
          </p:cNvSpPr>
          <p:nvPr>
            <p:ph type="title"/>
          </p:nvPr>
        </p:nvSpPr>
        <p:spPr>
          <a:prstGeom prst="rect">
            <a:avLst/>
          </a:prstGeom>
        </p:spPr>
        <p:txBody>
          <a:bodyPr vert="horz" wrap="square" lIns="0" tIns="94900" rIns="0" bIns="0" rtlCol="0">
            <a:spAutoFit/>
          </a:bodyPr>
          <a:lstStyle/>
          <a:p>
            <a:pPr marL="4046220">
              <a:lnSpc>
                <a:spcPct val="100000"/>
              </a:lnSpc>
              <a:spcBef>
                <a:spcPts val="100"/>
              </a:spcBef>
            </a:pPr>
            <a:r>
              <a:rPr b="0" spc="-10" dirty="0">
                <a:solidFill>
                  <a:srgbClr val="FF0000"/>
                </a:solidFill>
                <a:latin typeface="Trebuchet MS"/>
                <a:cs typeface="Trebuchet MS"/>
              </a:rPr>
              <a:t>Applications/Use</a:t>
            </a:r>
            <a:r>
              <a:rPr b="0" spc="-105" dirty="0">
                <a:solidFill>
                  <a:srgbClr val="FF0000"/>
                </a:solidFill>
                <a:latin typeface="Trebuchet MS"/>
                <a:cs typeface="Trebuchet MS"/>
              </a:rPr>
              <a:t> </a:t>
            </a:r>
            <a:r>
              <a:rPr b="0" spc="-10" dirty="0">
                <a:solidFill>
                  <a:srgbClr val="FF0000"/>
                </a:solidFill>
                <a:latin typeface="Trebuchet MS"/>
                <a:cs typeface="Trebuchet MS"/>
              </a:rPr>
              <a:t>cases</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sp>
        <p:nvSpPr>
          <p:cNvPr id="9" name="TextBox 8">
            <a:extLst>
              <a:ext uri="{FF2B5EF4-FFF2-40B4-BE49-F238E27FC236}">
                <a16:creationId xmlns:a16="http://schemas.microsoft.com/office/drawing/2014/main" id="{6EFA7CF8-45B5-177D-CAA7-460B0F1C2517}"/>
              </a:ext>
            </a:extLst>
          </p:cNvPr>
          <p:cNvSpPr txBox="1"/>
          <p:nvPr/>
        </p:nvSpPr>
        <p:spPr>
          <a:xfrm>
            <a:off x="495299" y="1905000"/>
            <a:ext cx="11391901" cy="4801314"/>
          </a:xfrm>
          <a:prstGeom prst="rect">
            <a:avLst/>
          </a:prstGeom>
          <a:noFill/>
        </p:spPr>
        <p:txBody>
          <a:bodyPr wrap="square" rtlCol="0">
            <a:spAutoFit/>
          </a:bodyPr>
          <a:lstStyle/>
          <a:p>
            <a:pPr algn="l"/>
            <a:r>
              <a:rPr lang="en-IN" sz="1700" b="1" dirty="0">
                <a:solidFill>
                  <a:srgbClr val="3A53A0"/>
                </a:solidFill>
                <a:latin typeface="Trebuchet MS" panose="020B0603020202020204" pitchFamily="34" charset="0"/>
              </a:rPr>
              <a:t>1. ICU Clinical Decision Support</a:t>
            </a:r>
            <a:br>
              <a:rPr lang="en-IN" sz="1700" dirty="0">
                <a:solidFill>
                  <a:srgbClr val="3A53A0"/>
                </a:solidFill>
                <a:latin typeface="Trebuchet MS" panose="020B0603020202020204" pitchFamily="34" charset="0"/>
              </a:rPr>
            </a:br>
            <a:r>
              <a:rPr lang="en-IN" sz="1700" dirty="0">
                <a:solidFill>
                  <a:srgbClr val="3A53A0"/>
                </a:solidFill>
                <a:latin typeface="Trebuchet MS" panose="020B0603020202020204" pitchFamily="34" charset="0"/>
              </a:rPr>
              <a:t>When a doctor sees a sepsis risk score, they simultaneously receive an explanation reliability label. If the explanation is unstable, the doctor knows not to over-rely on feature attributions and can use clinical judgment instead.</a:t>
            </a:r>
          </a:p>
          <a:p>
            <a:pPr algn="l"/>
            <a:r>
              <a:rPr lang="en-IN" sz="1700" b="1" dirty="0">
                <a:solidFill>
                  <a:srgbClr val="3A53A0"/>
                </a:solidFill>
                <a:latin typeface="Trebuchet MS" panose="020B0603020202020204" pitchFamily="34" charset="0"/>
              </a:rPr>
              <a:t>2. Model Auditing and Quality Control</a:t>
            </a:r>
            <a:br>
              <a:rPr lang="en-IN" sz="1700" dirty="0">
                <a:solidFill>
                  <a:srgbClr val="3A53A0"/>
                </a:solidFill>
                <a:latin typeface="Trebuchet MS" panose="020B0603020202020204" pitchFamily="34" charset="0"/>
              </a:rPr>
            </a:br>
            <a:r>
              <a:rPr lang="en-IN" sz="1700" dirty="0">
                <a:solidFill>
                  <a:srgbClr val="3A53A0"/>
                </a:solidFill>
                <a:latin typeface="Trebuchet MS" panose="020B0603020202020204" pitchFamily="34" charset="0"/>
              </a:rPr>
              <a:t>Hospital AI governance teams can use this framework to regularly audit deployed sepsis models, detecting explanation drift over time as patient populations or data collection practices change.</a:t>
            </a:r>
          </a:p>
          <a:p>
            <a:pPr algn="l"/>
            <a:r>
              <a:rPr lang="en-IN" sz="1700" b="1" dirty="0">
                <a:solidFill>
                  <a:srgbClr val="3A53A0"/>
                </a:solidFill>
                <a:latin typeface="Trebuchet MS" panose="020B0603020202020204" pitchFamily="34" charset="0"/>
              </a:rPr>
              <a:t>3. XAI Method Comparison Research</a:t>
            </a:r>
            <a:br>
              <a:rPr lang="en-IN" sz="1700" dirty="0">
                <a:solidFill>
                  <a:srgbClr val="3A53A0"/>
                </a:solidFill>
                <a:latin typeface="Trebuchet MS" panose="020B0603020202020204" pitchFamily="34" charset="0"/>
              </a:rPr>
            </a:br>
            <a:r>
              <a:rPr lang="en-IN" sz="1700" dirty="0">
                <a:solidFill>
                  <a:srgbClr val="3A53A0"/>
                </a:solidFill>
                <a:latin typeface="Trebuchet MS" panose="020B0603020202020204" pitchFamily="34" charset="0"/>
              </a:rPr>
              <a:t>Provides researchers with tools to evaluate the reliability of different explanation methods — SHAP, Integrated Gradients, and others — on clinical time-series data, filling a gap in current XAI evaluation practice.</a:t>
            </a:r>
          </a:p>
          <a:p>
            <a:pPr algn="l"/>
            <a:r>
              <a:rPr lang="en-IN" sz="1700" b="1" dirty="0">
                <a:solidFill>
                  <a:srgbClr val="3A53A0"/>
                </a:solidFill>
                <a:latin typeface="Trebuchet MS" panose="020B0603020202020204" pitchFamily="34" charset="0"/>
              </a:rPr>
              <a:t>4. Regulatory Submission Support</a:t>
            </a:r>
            <a:br>
              <a:rPr lang="en-IN" sz="1700" dirty="0">
                <a:solidFill>
                  <a:srgbClr val="3A53A0"/>
                </a:solidFill>
                <a:latin typeface="Trebuchet MS" panose="020B0603020202020204" pitchFamily="34" charset="0"/>
              </a:rPr>
            </a:br>
            <a:r>
              <a:rPr lang="en-IN" sz="1700" dirty="0">
                <a:solidFill>
                  <a:srgbClr val="3A53A0"/>
                </a:solidFill>
                <a:latin typeface="Trebuchet MS" panose="020B0603020202020204" pitchFamily="34" charset="0"/>
              </a:rPr>
              <a:t>Provides quantitative reliability evidence for explainability requirements in AI medical device submissions, helping demonstrate that explanations are not just plausible but measurably trustworthy.</a:t>
            </a:r>
          </a:p>
          <a:p>
            <a:pPr algn="l"/>
            <a:r>
              <a:rPr lang="en-IN" sz="1700" b="1" dirty="0">
                <a:solidFill>
                  <a:srgbClr val="3A53A0"/>
                </a:solidFill>
                <a:latin typeface="Trebuchet MS" panose="020B0603020202020204" pitchFamily="34" charset="0"/>
              </a:rPr>
              <a:t>5. Generalizable Reliability Pattern</a:t>
            </a:r>
            <a:br>
              <a:rPr lang="en-IN" sz="1700" dirty="0">
                <a:solidFill>
                  <a:srgbClr val="3A53A0"/>
                </a:solidFill>
                <a:latin typeface="Trebuchet MS" panose="020B0603020202020204" pitchFamily="34" charset="0"/>
              </a:rPr>
            </a:br>
            <a:r>
              <a:rPr lang="en-IN" sz="1700" dirty="0">
                <a:solidFill>
                  <a:srgbClr val="3A53A0"/>
                </a:solidFill>
                <a:latin typeface="Trebuchet MS" panose="020B0603020202020204" pitchFamily="34" charset="0"/>
              </a:rPr>
              <a:t>The detect-diagnose-mitigate-abstain pattern is reusable beyond sepsis — applicable to any clinical prediction task with correlated features and missing data, including mortality prediction, readmission risk, and treatment response.</a:t>
            </a:r>
          </a:p>
          <a:p>
            <a:pPr algn="l"/>
            <a:endParaRPr lang="en-IN" sz="1700" dirty="0">
              <a:solidFill>
                <a:srgbClr val="3A53A0"/>
              </a:solidFill>
              <a:latin typeface="Trebuchet MS" panose="020B0603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763000" y="628375"/>
            <a:ext cx="823924" cy="823924"/>
          </a:xfrm>
          <a:prstGeom prst="rect">
            <a:avLst/>
          </a:prstGeom>
        </p:spPr>
      </p:pic>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3970020">
              <a:lnSpc>
                <a:spcPct val="100000"/>
              </a:lnSpc>
              <a:spcBef>
                <a:spcPts val="100"/>
              </a:spcBef>
            </a:pPr>
            <a:r>
              <a:rPr b="0" spc="-10" dirty="0">
                <a:solidFill>
                  <a:srgbClr val="FF0000"/>
                </a:solidFill>
                <a:latin typeface="Trebuchet MS"/>
                <a:cs typeface="Trebuchet MS"/>
              </a:rPr>
              <a:t>Applications/Use</a:t>
            </a:r>
            <a:r>
              <a:rPr b="0" spc="-105" dirty="0">
                <a:solidFill>
                  <a:srgbClr val="FF0000"/>
                </a:solidFill>
                <a:latin typeface="Trebuchet MS"/>
                <a:cs typeface="Trebuchet MS"/>
              </a:rPr>
              <a:t> </a:t>
            </a:r>
            <a:r>
              <a:rPr b="0" spc="-10" dirty="0">
                <a:solidFill>
                  <a:srgbClr val="FF0000"/>
                </a:solidFill>
                <a:latin typeface="Trebuchet MS"/>
                <a:cs typeface="Trebuchet MS"/>
              </a:rPr>
              <a:t>cases</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sp>
        <p:nvSpPr>
          <p:cNvPr id="3" name="object 3"/>
          <p:cNvSpPr txBox="1">
            <a:spLocks noGrp="1"/>
          </p:cNvSpPr>
          <p:nvPr>
            <p:ph type="body" idx="1"/>
          </p:nvPr>
        </p:nvSpPr>
        <p:spPr>
          <a:prstGeom prst="rect">
            <a:avLst/>
          </a:prstGeom>
        </p:spPr>
        <p:txBody>
          <a:bodyPr vert="horz" wrap="square" lIns="0" tIns="55244" rIns="0" bIns="0" rtlCol="0">
            <a:spAutoFit/>
          </a:bodyPr>
          <a:lstStyle/>
          <a:p>
            <a:pPr marL="223520" indent="-210820" algn="just">
              <a:lnSpc>
                <a:spcPct val="100000"/>
              </a:lnSpc>
              <a:spcBef>
                <a:spcPts val="434"/>
              </a:spcBef>
              <a:buAutoNum type="arabicPeriod" startAt="4"/>
              <a:tabLst>
                <a:tab pos="223520" algn="l"/>
              </a:tabLst>
            </a:pPr>
            <a:r>
              <a:rPr dirty="0"/>
              <a:t>Security</a:t>
            </a:r>
            <a:r>
              <a:rPr spc="-50" dirty="0"/>
              <a:t> </a:t>
            </a:r>
            <a:r>
              <a:rPr spc="-20" dirty="0"/>
              <a:t>Tooling </a:t>
            </a:r>
            <a:r>
              <a:rPr dirty="0"/>
              <a:t>/</a:t>
            </a:r>
            <a:r>
              <a:rPr spc="-25" dirty="0"/>
              <a:t> Red-</a:t>
            </a:r>
            <a:r>
              <a:rPr spc="-20" dirty="0"/>
              <a:t>Teaming </a:t>
            </a:r>
            <a:r>
              <a:rPr dirty="0"/>
              <a:t>for</a:t>
            </a:r>
            <a:r>
              <a:rPr spc="-95" dirty="0"/>
              <a:t> </a:t>
            </a:r>
            <a:r>
              <a:rPr spc="-10" dirty="0"/>
              <a:t>Agentic</a:t>
            </a:r>
            <a:r>
              <a:rPr spc="-95" dirty="0"/>
              <a:t> </a:t>
            </a:r>
            <a:r>
              <a:rPr dirty="0"/>
              <a:t>AI</a:t>
            </a:r>
            <a:r>
              <a:rPr spc="-20" dirty="0"/>
              <a:t> </a:t>
            </a:r>
            <a:r>
              <a:rPr spc="-10" dirty="0"/>
              <a:t>Products</a:t>
            </a:r>
          </a:p>
          <a:p>
            <a:pPr marL="12700" marR="5080" algn="just">
              <a:lnSpc>
                <a:spcPct val="120000"/>
              </a:lnSpc>
            </a:pPr>
            <a:r>
              <a:rPr dirty="0"/>
              <a:t>Beyond</a:t>
            </a:r>
            <a:r>
              <a:rPr spc="170" dirty="0"/>
              <a:t> </a:t>
            </a:r>
            <a:r>
              <a:rPr dirty="0"/>
              <a:t>any</a:t>
            </a:r>
            <a:r>
              <a:rPr spc="175" dirty="0"/>
              <a:t> </a:t>
            </a:r>
            <a:r>
              <a:rPr dirty="0"/>
              <a:t>single</a:t>
            </a:r>
            <a:r>
              <a:rPr spc="175" dirty="0"/>
              <a:t> </a:t>
            </a:r>
            <a:r>
              <a:rPr dirty="0"/>
              <a:t>deployment,</a:t>
            </a:r>
            <a:r>
              <a:rPr spc="175" dirty="0"/>
              <a:t> </a:t>
            </a:r>
            <a:r>
              <a:rPr dirty="0"/>
              <a:t>the</a:t>
            </a:r>
            <a:r>
              <a:rPr spc="175" dirty="0"/>
              <a:t> </a:t>
            </a:r>
            <a:r>
              <a:rPr dirty="0"/>
              <a:t>benchmark</a:t>
            </a:r>
            <a:r>
              <a:rPr spc="175" dirty="0"/>
              <a:t> </a:t>
            </a:r>
            <a:r>
              <a:rPr dirty="0"/>
              <a:t>itself</a:t>
            </a:r>
            <a:r>
              <a:rPr spc="170" dirty="0"/>
              <a:t> </a:t>
            </a:r>
            <a:r>
              <a:rPr dirty="0"/>
              <a:t>is</a:t>
            </a:r>
            <a:r>
              <a:rPr spc="175" dirty="0"/>
              <a:t> </a:t>
            </a:r>
            <a:r>
              <a:rPr dirty="0"/>
              <a:t>a</a:t>
            </a:r>
            <a:r>
              <a:rPr spc="175" dirty="0"/>
              <a:t> </a:t>
            </a:r>
            <a:r>
              <a:rPr dirty="0"/>
              <a:t>reusable</a:t>
            </a:r>
            <a:r>
              <a:rPr spc="175" dirty="0"/>
              <a:t> </a:t>
            </a:r>
            <a:r>
              <a:rPr dirty="0"/>
              <a:t>artifact:</a:t>
            </a:r>
            <a:r>
              <a:rPr spc="175" dirty="0"/>
              <a:t> </a:t>
            </a:r>
            <a:r>
              <a:rPr dirty="0"/>
              <a:t>a</a:t>
            </a:r>
            <a:r>
              <a:rPr spc="175" dirty="0"/>
              <a:t> </a:t>
            </a:r>
            <a:r>
              <a:rPr dirty="0"/>
              <a:t>lightweight,</a:t>
            </a:r>
            <a:r>
              <a:rPr spc="175" dirty="0"/>
              <a:t> </a:t>
            </a:r>
            <a:r>
              <a:rPr spc="-20" dirty="0"/>
              <a:t>open </a:t>
            </a:r>
            <a:r>
              <a:rPr dirty="0"/>
              <a:t>test</a:t>
            </a:r>
            <a:r>
              <a:rPr spc="245" dirty="0"/>
              <a:t> </a:t>
            </a:r>
            <a:r>
              <a:rPr dirty="0"/>
              <a:t>suite</a:t>
            </a:r>
            <a:r>
              <a:rPr spc="245" dirty="0"/>
              <a:t> </a:t>
            </a:r>
            <a:r>
              <a:rPr dirty="0"/>
              <a:t>that</a:t>
            </a:r>
            <a:r>
              <a:rPr spc="245" dirty="0"/>
              <a:t> </a:t>
            </a:r>
            <a:r>
              <a:rPr dirty="0"/>
              <a:t>other</a:t>
            </a:r>
            <a:r>
              <a:rPr spc="245" dirty="0"/>
              <a:t> </a:t>
            </a:r>
            <a:r>
              <a:rPr dirty="0"/>
              <a:t>developers</a:t>
            </a:r>
            <a:r>
              <a:rPr spc="245" dirty="0"/>
              <a:t> </a:t>
            </a:r>
            <a:r>
              <a:rPr dirty="0"/>
              <a:t>or</a:t>
            </a:r>
            <a:r>
              <a:rPr spc="250" dirty="0"/>
              <a:t> </a:t>
            </a:r>
            <a:r>
              <a:rPr dirty="0"/>
              <a:t>researchers</a:t>
            </a:r>
            <a:r>
              <a:rPr spc="245" dirty="0"/>
              <a:t> </a:t>
            </a:r>
            <a:r>
              <a:rPr dirty="0"/>
              <a:t>building</a:t>
            </a:r>
            <a:r>
              <a:rPr spc="245" dirty="0"/>
              <a:t> </a:t>
            </a:r>
            <a:r>
              <a:rPr spc="-10" dirty="0"/>
              <a:t>multi-</a:t>
            </a:r>
            <a:r>
              <a:rPr dirty="0"/>
              <a:t>agent</a:t>
            </a:r>
            <a:r>
              <a:rPr spc="245" dirty="0"/>
              <a:t> </a:t>
            </a:r>
            <a:r>
              <a:rPr dirty="0"/>
              <a:t>systems</a:t>
            </a:r>
            <a:r>
              <a:rPr spc="245" dirty="0"/>
              <a:t> </a:t>
            </a:r>
            <a:r>
              <a:rPr dirty="0"/>
              <a:t>could</a:t>
            </a:r>
            <a:r>
              <a:rPr spc="250" dirty="0"/>
              <a:t> </a:t>
            </a:r>
            <a:r>
              <a:rPr dirty="0"/>
              <a:t>run</a:t>
            </a:r>
            <a:r>
              <a:rPr spc="245" dirty="0"/>
              <a:t> </a:t>
            </a:r>
            <a:r>
              <a:rPr spc="-10" dirty="0"/>
              <a:t>against </a:t>
            </a:r>
            <a:r>
              <a:rPr dirty="0"/>
              <a:t>their</a:t>
            </a:r>
            <a:r>
              <a:rPr spc="185" dirty="0"/>
              <a:t> </a:t>
            </a:r>
            <a:r>
              <a:rPr dirty="0"/>
              <a:t>own</a:t>
            </a:r>
            <a:r>
              <a:rPr spc="190" dirty="0"/>
              <a:t> </a:t>
            </a:r>
            <a:r>
              <a:rPr dirty="0"/>
              <a:t>pipelines</a:t>
            </a:r>
            <a:r>
              <a:rPr spc="190" dirty="0"/>
              <a:t> </a:t>
            </a:r>
            <a:r>
              <a:rPr dirty="0"/>
              <a:t>to</a:t>
            </a:r>
            <a:r>
              <a:rPr spc="185" dirty="0"/>
              <a:t> </a:t>
            </a:r>
            <a:r>
              <a:rPr dirty="0"/>
              <a:t>measure</a:t>
            </a:r>
            <a:r>
              <a:rPr spc="190" dirty="0"/>
              <a:t> </a:t>
            </a:r>
            <a:r>
              <a:rPr dirty="0"/>
              <a:t>injection</a:t>
            </a:r>
            <a:r>
              <a:rPr spc="190" dirty="0"/>
              <a:t> </a:t>
            </a:r>
            <a:r>
              <a:rPr dirty="0"/>
              <a:t>survivability</a:t>
            </a:r>
            <a:r>
              <a:rPr spc="185" dirty="0"/>
              <a:t> </a:t>
            </a:r>
            <a:r>
              <a:rPr dirty="0"/>
              <a:t>similar</a:t>
            </a:r>
            <a:r>
              <a:rPr spc="190" dirty="0"/>
              <a:t> </a:t>
            </a:r>
            <a:r>
              <a:rPr dirty="0"/>
              <a:t>to</a:t>
            </a:r>
            <a:r>
              <a:rPr spc="190" dirty="0"/>
              <a:t> </a:t>
            </a:r>
            <a:r>
              <a:rPr dirty="0"/>
              <a:t>how</a:t>
            </a:r>
            <a:r>
              <a:rPr spc="185" dirty="0"/>
              <a:t> </a:t>
            </a:r>
            <a:r>
              <a:rPr dirty="0"/>
              <a:t>standard</a:t>
            </a:r>
            <a:r>
              <a:rPr spc="190" dirty="0"/>
              <a:t> </a:t>
            </a:r>
            <a:r>
              <a:rPr spc="-10" dirty="0"/>
              <a:t>prompt-injection </a:t>
            </a:r>
            <a:r>
              <a:rPr dirty="0"/>
              <a:t>benchmarks</a:t>
            </a:r>
            <a:r>
              <a:rPr spc="20" dirty="0"/>
              <a:t> </a:t>
            </a:r>
            <a:r>
              <a:rPr dirty="0"/>
              <a:t>are</a:t>
            </a:r>
            <a:r>
              <a:rPr spc="25" dirty="0"/>
              <a:t> </a:t>
            </a:r>
            <a:r>
              <a:rPr dirty="0"/>
              <a:t>used</a:t>
            </a:r>
            <a:r>
              <a:rPr spc="25" dirty="0"/>
              <a:t> </a:t>
            </a:r>
            <a:r>
              <a:rPr spc="-10" dirty="0"/>
              <a:t>today,</a:t>
            </a:r>
            <a:r>
              <a:rPr spc="30" dirty="0"/>
              <a:t> </a:t>
            </a:r>
            <a:r>
              <a:rPr dirty="0"/>
              <a:t>but</a:t>
            </a:r>
            <a:r>
              <a:rPr spc="20" dirty="0"/>
              <a:t> </a:t>
            </a:r>
            <a:r>
              <a:rPr dirty="0"/>
              <a:t>filling</a:t>
            </a:r>
            <a:r>
              <a:rPr spc="20" dirty="0"/>
              <a:t> </a:t>
            </a:r>
            <a:r>
              <a:rPr dirty="0"/>
              <a:t>the</a:t>
            </a:r>
            <a:r>
              <a:rPr spc="30" dirty="0"/>
              <a:t> </a:t>
            </a:r>
            <a:r>
              <a:rPr dirty="0"/>
              <a:t>specific</a:t>
            </a:r>
            <a:r>
              <a:rPr spc="25" dirty="0"/>
              <a:t> </a:t>
            </a:r>
            <a:r>
              <a:rPr dirty="0"/>
              <a:t>gap</a:t>
            </a:r>
            <a:r>
              <a:rPr spc="25" dirty="0"/>
              <a:t> </a:t>
            </a:r>
            <a:r>
              <a:rPr dirty="0"/>
              <a:t>of</a:t>
            </a:r>
            <a:r>
              <a:rPr spc="20" dirty="0"/>
              <a:t> </a:t>
            </a:r>
            <a:r>
              <a:rPr spc="-10" dirty="0"/>
              <a:t>image-to-</a:t>
            </a:r>
            <a:r>
              <a:rPr dirty="0"/>
              <a:t>text</a:t>
            </a:r>
            <a:r>
              <a:rPr spc="25" dirty="0"/>
              <a:t> </a:t>
            </a:r>
            <a:r>
              <a:rPr dirty="0"/>
              <a:t>propagation</a:t>
            </a:r>
            <a:r>
              <a:rPr spc="25" dirty="0"/>
              <a:t> </a:t>
            </a:r>
            <a:r>
              <a:rPr dirty="0"/>
              <a:t>across</a:t>
            </a:r>
            <a:r>
              <a:rPr spc="20" dirty="0"/>
              <a:t> </a:t>
            </a:r>
            <a:r>
              <a:rPr spc="-10" dirty="0"/>
              <a:t>agent hops.</a:t>
            </a:r>
          </a:p>
          <a:p>
            <a:pPr>
              <a:lnSpc>
                <a:spcPct val="100000"/>
              </a:lnSpc>
              <a:spcBef>
                <a:spcPts val="225"/>
              </a:spcBef>
            </a:pPr>
            <a:endParaRPr spc="-10" dirty="0"/>
          </a:p>
          <a:p>
            <a:pPr marL="223520" indent="-210820" algn="just">
              <a:lnSpc>
                <a:spcPct val="100000"/>
              </a:lnSpc>
              <a:spcBef>
                <a:spcPts val="5"/>
              </a:spcBef>
              <a:buAutoNum type="arabicPeriod" startAt="5"/>
              <a:tabLst>
                <a:tab pos="223520" algn="l"/>
              </a:tabLst>
            </a:pPr>
            <a:r>
              <a:rPr spc="-10" dirty="0"/>
              <a:t>Guard-</a:t>
            </a:r>
            <a:r>
              <a:rPr dirty="0"/>
              <a:t>Agent</a:t>
            </a:r>
            <a:r>
              <a:rPr spc="-40" dirty="0"/>
              <a:t> </a:t>
            </a:r>
            <a:r>
              <a:rPr dirty="0"/>
              <a:t>Pattern</a:t>
            </a:r>
            <a:r>
              <a:rPr spc="-40" dirty="0"/>
              <a:t> </a:t>
            </a:r>
            <a:r>
              <a:rPr dirty="0"/>
              <a:t>as</a:t>
            </a:r>
            <a:r>
              <a:rPr spc="-40" dirty="0"/>
              <a:t> </a:t>
            </a:r>
            <a:r>
              <a:rPr dirty="0"/>
              <a:t>a</a:t>
            </a:r>
            <a:r>
              <a:rPr spc="-40" dirty="0"/>
              <a:t> </a:t>
            </a:r>
            <a:r>
              <a:rPr dirty="0"/>
              <a:t>General</a:t>
            </a:r>
            <a:r>
              <a:rPr spc="-40" dirty="0"/>
              <a:t> </a:t>
            </a:r>
            <a:r>
              <a:rPr dirty="0"/>
              <a:t>Defense</a:t>
            </a:r>
            <a:r>
              <a:rPr spc="-40" dirty="0"/>
              <a:t> </a:t>
            </a:r>
            <a:r>
              <a:rPr spc="-10" dirty="0"/>
              <a:t>Primitive</a:t>
            </a:r>
          </a:p>
          <a:p>
            <a:pPr marL="12700" marR="5080" algn="just">
              <a:lnSpc>
                <a:spcPct val="120000"/>
              </a:lnSpc>
            </a:pPr>
            <a:r>
              <a:rPr dirty="0"/>
              <a:t>Independent</a:t>
            </a:r>
            <a:r>
              <a:rPr spc="55" dirty="0"/>
              <a:t> </a:t>
            </a:r>
            <a:r>
              <a:rPr dirty="0"/>
              <a:t>of</a:t>
            </a:r>
            <a:r>
              <a:rPr spc="55" dirty="0"/>
              <a:t> </a:t>
            </a:r>
            <a:r>
              <a:rPr dirty="0"/>
              <a:t>the</a:t>
            </a:r>
            <a:r>
              <a:rPr spc="55" dirty="0"/>
              <a:t> </a:t>
            </a:r>
            <a:r>
              <a:rPr dirty="0"/>
              <a:t>specific</a:t>
            </a:r>
            <a:r>
              <a:rPr spc="55" dirty="0"/>
              <a:t> </a:t>
            </a:r>
            <a:r>
              <a:rPr dirty="0"/>
              <a:t>attack,</a:t>
            </a:r>
            <a:r>
              <a:rPr spc="55" dirty="0"/>
              <a:t> </a:t>
            </a:r>
            <a:r>
              <a:rPr dirty="0"/>
              <a:t>the</a:t>
            </a:r>
            <a:r>
              <a:rPr spc="55" dirty="0"/>
              <a:t> </a:t>
            </a:r>
            <a:r>
              <a:rPr dirty="0"/>
              <a:t>"Observer/Guard</a:t>
            </a:r>
            <a:r>
              <a:rPr spc="55" dirty="0"/>
              <a:t> </a:t>
            </a:r>
            <a:r>
              <a:rPr dirty="0"/>
              <a:t>agent</a:t>
            </a:r>
            <a:r>
              <a:rPr spc="55" dirty="0"/>
              <a:t> </a:t>
            </a:r>
            <a:r>
              <a:rPr dirty="0"/>
              <a:t>inserted</a:t>
            </a:r>
            <a:r>
              <a:rPr spc="55" dirty="0"/>
              <a:t> </a:t>
            </a:r>
            <a:r>
              <a:rPr dirty="0"/>
              <a:t>between</a:t>
            </a:r>
            <a:r>
              <a:rPr spc="55" dirty="0"/>
              <a:t> </a:t>
            </a:r>
            <a:r>
              <a:rPr dirty="0"/>
              <a:t>pipeline</a:t>
            </a:r>
            <a:r>
              <a:rPr spc="55" dirty="0"/>
              <a:t> </a:t>
            </a:r>
            <a:r>
              <a:rPr spc="-10" dirty="0"/>
              <a:t>stages" </a:t>
            </a:r>
            <a:r>
              <a:rPr dirty="0"/>
              <a:t>pattern</a:t>
            </a:r>
            <a:r>
              <a:rPr spc="375" dirty="0"/>
              <a:t> </a:t>
            </a:r>
            <a:r>
              <a:rPr dirty="0"/>
              <a:t>we</a:t>
            </a:r>
            <a:r>
              <a:rPr spc="380" dirty="0"/>
              <a:t> </a:t>
            </a:r>
            <a:r>
              <a:rPr dirty="0"/>
              <a:t>build</a:t>
            </a:r>
            <a:r>
              <a:rPr spc="375" dirty="0"/>
              <a:t> </a:t>
            </a:r>
            <a:r>
              <a:rPr dirty="0"/>
              <a:t>and</a:t>
            </a:r>
            <a:r>
              <a:rPr spc="380" dirty="0"/>
              <a:t> </a:t>
            </a:r>
            <a:r>
              <a:rPr dirty="0"/>
              <a:t>benchmark</a:t>
            </a:r>
            <a:r>
              <a:rPr spc="375" dirty="0"/>
              <a:t> </a:t>
            </a:r>
            <a:r>
              <a:rPr dirty="0"/>
              <a:t>is</a:t>
            </a:r>
            <a:r>
              <a:rPr spc="380" dirty="0"/>
              <a:t> </a:t>
            </a:r>
            <a:r>
              <a:rPr dirty="0"/>
              <a:t>a</a:t>
            </a:r>
            <a:r>
              <a:rPr spc="375" dirty="0"/>
              <a:t> </a:t>
            </a:r>
            <a:r>
              <a:rPr dirty="0"/>
              <a:t>reusable</a:t>
            </a:r>
            <a:r>
              <a:rPr spc="380" dirty="0"/>
              <a:t> </a:t>
            </a:r>
            <a:r>
              <a:rPr dirty="0"/>
              <a:t>architectural</a:t>
            </a:r>
            <a:r>
              <a:rPr spc="375" dirty="0"/>
              <a:t> </a:t>
            </a:r>
            <a:r>
              <a:rPr dirty="0"/>
              <a:t>component-</a:t>
            </a:r>
            <a:r>
              <a:rPr spc="380" dirty="0"/>
              <a:t> </a:t>
            </a:r>
            <a:r>
              <a:rPr dirty="0"/>
              <a:t>not</a:t>
            </a:r>
            <a:r>
              <a:rPr spc="375" dirty="0"/>
              <a:t> </a:t>
            </a:r>
            <a:r>
              <a:rPr dirty="0"/>
              <a:t>just</a:t>
            </a:r>
            <a:r>
              <a:rPr spc="380" dirty="0"/>
              <a:t> </a:t>
            </a:r>
            <a:r>
              <a:rPr dirty="0"/>
              <a:t>for</a:t>
            </a:r>
            <a:r>
              <a:rPr spc="375" dirty="0"/>
              <a:t> </a:t>
            </a:r>
            <a:r>
              <a:rPr spc="-10" dirty="0"/>
              <a:t>image </a:t>
            </a:r>
            <a:r>
              <a:rPr dirty="0"/>
              <a:t>injections,</a:t>
            </a:r>
            <a:r>
              <a:rPr spc="30" dirty="0"/>
              <a:t> </a:t>
            </a:r>
            <a:r>
              <a:rPr dirty="0"/>
              <a:t>but</a:t>
            </a:r>
            <a:r>
              <a:rPr spc="35" dirty="0"/>
              <a:t> </a:t>
            </a:r>
            <a:r>
              <a:rPr dirty="0"/>
              <a:t>potentially</a:t>
            </a:r>
            <a:r>
              <a:rPr spc="30" dirty="0"/>
              <a:t> </a:t>
            </a:r>
            <a:r>
              <a:rPr dirty="0"/>
              <a:t>generalizable</a:t>
            </a:r>
            <a:r>
              <a:rPr spc="35" dirty="0"/>
              <a:t> </a:t>
            </a:r>
            <a:r>
              <a:rPr dirty="0"/>
              <a:t>(with</a:t>
            </a:r>
            <a:r>
              <a:rPr spc="30" dirty="0"/>
              <a:t> </a:t>
            </a:r>
            <a:r>
              <a:rPr dirty="0"/>
              <a:t>further</a:t>
            </a:r>
            <a:r>
              <a:rPr spc="35" dirty="0"/>
              <a:t> </a:t>
            </a:r>
            <a:r>
              <a:rPr dirty="0"/>
              <a:t>work)</a:t>
            </a:r>
            <a:r>
              <a:rPr spc="35" dirty="0"/>
              <a:t> </a:t>
            </a:r>
            <a:r>
              <a:rPr dirty="0"/>
              <a:t>to</a:t>
            </a:r>
            <a:r>
              <a:rPr spc="30" dirty="0"/>
              <a:t> </a:t>
            </a:r>
            <a:r>
              <a:rPr dirty="0"/>
              <a:t>catching</a:t>
            </a:r>
            <a:r>
              <a:rPr spc="35" dirty="0"/>
              <a:t> </a:t>
            </a:r>
            <a:r>
              <a:rPr dirty="0"/>
              <a:t>other</a:t>
            </a:r>
            <a:r>
              <a:rPr spc="30" dirty="0"/>
              <a:t> </a:t>
            </a:r>
            <a:r>
              <a:rPr dirty="0"/>
              <a:t>forms</a:t>
            </a:r>
            <a:r>
              <a:rPr spc="35" dirty="0"/>
              <a:t> </a:t>
            </a:r>
            <a:r>
              <a:rPr dirty="0"/>
              <a:t>of</a:t>
            </a:r>
            <a:r>
              <a:rPr spc="35" dirty="0"/>
              <a:t> </a:t>
            </a:r>
            <a:r>
              <a:rPr spc="-10" dirty="0"/>
              <a:t>laundered </a:t>
            </a:r>
            <a:r>
              <a:rPr dirty="0"/>
              <a:t>or</a:t>
            </a:r>
            <a:r>
              <a:rPr spc="-30" dirty="0"/>
              <a:t> </a:t>
            </a:r>
            <a:r>
              <a:rPr dirty="0"/>
              <a:t>propagated</a:t>
            </a:r>
            <a:r>
              <a:rPr spc="-30" dirty="0"/>
              <a:t> </a:t>
            </a:r>
            <a:r>
              <a:rPr dirty="0"/>
              <a:t>malicious</a:t>
            </a:r>
            <a:r>
              <a:rPr spc="-25" dirty="0"/>
              <a:t> </a:t>
            </a:r>
            <a:r>
              <a:rPr dirty="0"/>
              <a:t>instructions</a:t>
            </a:r>
            <a:r>
              <a:rPr spc="-30" dirty="0"/>
              <a:t> </a:t>
            </a:r>
            <a:r>
              <a:rPr dirty="0"/>
              <a:t>in</a:t>
            </a:r>
            <a:r>
              <a:rPr spc="-25" dirty="0"/>
              <a:t> </a:t>
            </a:r>
            <a:r>
              <a:rPr spc="-10" dirty="0"/>
              <a:t>agent-to-</a:t>
            </a:r>
            <a:r>
              <a:rPr dirty="0"/>
              <a:t>agent</a:t>
            </a:r>
            <a:r>
              <a:rPr spc="-30" dirty="0"/>
              <a:t> </a:t>
            </a:r>
            <a:r>
              <a:rPr spc="-10" dirty="0"/>
              <a:t>handoffs.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559224" y="615108"/>
            <a:ext cx="5261610" cy="391160"/>
          </a:xfrm>
          <a:prstGeom prst="rect">
            <a:avLst/>
          </a:prstGeom>
        </p:spPr>
        <p:txBody>
          <a:bodyPr vert="horz" wrap="square" lIns="0" tIns="12700" rIns="0" bIns="0" rtlCol="0">
            <a:spAutoFit/>
          </a:bodyPr>
          <a:lstStyle/>
          <a:p>
            <a:pPr marL="12700">
              <a:lnSpc>
                <a:spcPct val="100000"/>
              </a:lnSpc>
              <a:spcBef>
                <a:spcPts val="100"/>
              </a:spcBef>
            </a:pPr>
            <a:r>
              <a:rPr b="0" spc="-20" dirty="0">
                <a:solidFill>
                  <a:srgbClr val="FF0000"/>
                </a:solidFill>
                <a:latin typeface="Trebuchet MS"/>
                <a:cs typeface="Trebuchet MS"/>
              </a:rPr>
              <a:t>LITERATURE</a:t>
            </a:r>
            <a:r>
              <a:rPr b="0" spc="-100" dirty="0">
                <a:solidFill>
                  <a:srgbClr val="FF0000"/>
                </a:solidFill>
                <a:latin typeface="Trebuchet MS"/>
                <a:cs typeface="Trebuchet MS"/>
              </a:rPr>
              <a:t> </a:t>
            </a:r>
            <a:r>
              <a:rPr b="0" spc="-20" dirty="0">
                <a:solidFill>
                  <a:srgbClr val="FF0000"/>
                </a:solidFill>
                <a:latin typeface="Trebuchet MS"/>
                <a:cs typeface="Trebuchet MS"/>
              </a:rPr>
              <a:t>SURVEY/EXISTING</a:t>
            </a:r>
            <a:r>
              <a:rPr b="0" spc="-95" dirty="0">
                <a:solidFill>
                  <a:srgbClr val="FF0000"/>
                </a:solidFill>
                <a:latin typeface="Trebuchet MS"/>
                <a:cs typeface="Trebuchet MS"/>
              </a:rPr>
              <a:t> </a:t>
            </a:r>
            <a:r>
              <a:rPr b="0" spc="-10" dirty="0">
                <a:solidFill>
                  <a:srgbClr val="FF0000"/>
                </a:solidFill>
                <a:latin typeface="Trebuchet MS"/>
                <a:cs typeface="Trebuchet MS"/>
              </a:rPr>
              <a:t>SYSTEM</a:t>
            </a:r>
          </a:p>
        </p:txBody>
      </p:sp>
      <p:sp>
        <p:nvSpPr>
          <p:cNvPr id="3" name="object 3"/>
          <p:cNvSpPr/>
          <p:nvPr/>
        </p:nvSpPr>
        <p:spPr>
          <a:xfrm>
            <a:off x="2969724" y="1126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pic>
        <p:nvPicPr>
          <p:cNvPr id="4" name="object 4"/>
          <p:cNvPicPr/>
          <p:nvPr/>
        </p:nvPicPr>
        <p:blipFill>
          <a:blip r:embed="rId2" cstate="print"/>
          <a:stretch>
            <a:fillRect/>
          </a:stretch>
        </p:blipFill>
        <p:spPr>
          <a:xfrm>
            <a:off x="723525" y="1311924"/>
            <a:ext cx="11100299" cy="54922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247301" rIns="0" bIns="0" rtlCol="0">
            <a:spAutoFit/>
          </a:bodyPr>
          <a:lstStyle/>
          <a:p>
            <a:pPr marL="12700">
              <a:lnSpc>
                <a:spcPct val="100000"/>
              </a:lnSpc>
              <a:spcBef>
                <a:spcPts val="100"/>
              </a:spcBef>
            </a:pPr>
            <a:r>
              <a:rPr spc="-20" dirty="0"/>
              <a:t>Technology</a:t>
            </a:r>
            <a:r>
              <a:rPr spc="-50" dirty="0"/>
              <a:t> </a:t>
            </a:r>
            <a:r>
              <a:rPr dirty="0"/>
              <a:t>Required</a:t>
            </a:r>
            <a:r>
              <a:rPr spc="-40" dirty="0"/>
              <a:t> </a:t>
            </a:r>
            <a:r>
              <a:rPr dirty="0"/>
              <a:t>&amp;</a:t>
            </a:r>
            <a:r>
              <a:rPr spc="-40" dirty="0"/>
              <a:t> </a:t>
            </a:r>
            <a:r>
              <a:rPr spc="-20" dirty="0"/>
              <a:t>Proposed</a:t>
            </a:r>
            <a:r>
              <a:rPr spc="-165" dirty="0"/>
              <a:t> </a:t>
            </a:r>
            <a:r>
              <a:rPr spc="-10" dirty="0"/>
              <a:t>Architecture</a:t>
            </a:r>
          </a:p>
        </p:txBody>
      </p:sp>
      <p:sp>
        <p:nvSpPr>
          <p:cNvPr id="2" name="object 2"/>
          <p:cNvSpPr/>
          <p:nvPr/>
        </p:nvSpPr>
        <p:spPr>
          <a:xfrm>
            <a:off x="3048000" y="1581155"/>
            <a:ext cx="7620000" cy="36830"/>
          </a:xfrm>
          <a:custGeom>
            <a:avLst/>
            <a:gdLst/>
            <a:ahLst/>
            <a:cxnLst/>
            <a:rect l="l" t="t" r="r" b="b"/>
            <a:pathLst>
              <a:path w="7620000" h="36830">
                <a:moveTo>
                  <a:pt x="7619999" y="36512"/>
                </a:moveTo>
                <a:lnTo>
                  <a:pt x="0" y="36512"/>
                </a:lnTo>
                <a:lnTo>
                  <a:pt x="0" y="0"/>
                </a:lnTo>
                <a:lnTo>
                  <a:pt x="7619999" y="0"/>
                </a:lnTo>
                <a:lnTo>
                  <a:pt x="7619999" y="36512"/>
                </a:lnTo>
                <a:close/>
              </a:path>
            </a:pathLst>
          </a:custGeom>
          <a:solidFill>
            <a:srgbClr val="33CCCC"/>
          </a:solidFill>
        </p:spPr>
        <p:txBody>
          <a:bodyPr wrap="square" lIns="0" tIns="0" rIns="0" bIns="0" rtlCol="0"/>
          <a:lstStyle/>
          <a:p>
            <a:endParaRPr/>
          </a:p>
        </p:txBody>
      </p:sp>
      <p:pic>
        <p:nvPicPr>
          <p:cNvPr id="4" name="object 4"/>
          <p:cNvPicPr/>
          <p:nvPr/>
        </p:nvPicPr>
        <p:blipFill>
          <a:blip r:embed="rId2" cstate="print"/>
          <a:stretch>
            <a:fillRect/>
          </a:stretch>
        </p:blipFill>
        <p:spPr>
          <a:xfrm>
            <a:off x="629650" y="1859200"/>
            <a:ext cx="10932724" cy="48174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43975" y="660399"/>
            <a:ext cx="1908099" cy="854299"/>
          </a:xfrm>
          <a:prstGeom prst="rect">
            <a:avLst/>
          </a:prstGeom>
        </p:spPr>
      </p:pic>
      <p:sp>
        <p:nvSpPr>
          <p:cNvPr id="3" name="object 3" descr="$PPTXTitle"/>
          <p:cNvSpPr txBox="1">
            <a:spLocks noGrp="1"/>
          </p:cNvSpPr>
          <p:nvPr>
            <p:ph type="title"/>
          </p:nvPr>
        </p:nvSpPr>
        <p:spPr>
          <a:prstGeom prst="rect">
            <a:avLst/>
          </a:prstGeom>
        </p:spPr>
        <p:txBody>
          <a:bodyPr vert="horz" wrap="square" lIns="0" tIns="247301" rIns="0" bIns="0" rtlCol="0">
            <a:spAutoFit/>
          </a:bodyPr>
          <a:lstStyle/>
          <a:p>
            <a:pPr marL="1732914">
              <a:lnSpc>
                <a:spcPct val="100000"/>
              </a:lnSpc>
              <a:spcBef>
                <a:spcPts val="100"/>
              </a:spcBef>
            </a:pPr>
            <a:r>
              <a:rPr dirty="0"/>
              <a:t>Datasets/</a:t>
            </a:r>
            <a:r>
              <a:rPr spc="-45" dirty="0"/>
              <a:t> </a:t>
            </a:r>
            <a:r>
              <a:rPr spc="-10" dirty="0"/>
              <a:t>Benchmarks</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pic>
        <p:nvPicPr>
          <p:cNvPr id="4" name="object 4"/>
          <p:cNvPicPr/>
          <p:nvPr/>
        </p:nvPicPr>
        <p:blipFill>
          <a:blip r:embed="rId3" cstate="print"/>
          <a:stretch>
            <a:fillRect/>
          </a:stretch>
        </p:blipFill>
        <p:spPr>
          <a:xfrm>
            <a:off x="744625" y="1723250"/>
            <a:ext cx="11447374" cy="51347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706175" y="731250"/>
            <a:ext cx="766874" cy="766874"/>
          </a:xfrm>
          <a:prstGeom prst="rect">
            <a:avLst/>
          </a:prstGeom>
        </p:spPr>
      </p:pic>
      <p:sp>
        <p:nvSpPr>
          <p:cNvPr id="3" name="object 3" descr="$PPTXTitle"/>
          <p:cNvSpPr txBox="1">
            <a:spLocks noGrp="1"/>
          </p:cNvSpPr>
          <p:nvPr>
            <p:ph type="title"/>
          </p:nvPr>
        </p:nvSpPr>
        <p:spPr>
          <a:prstGeom prst="rect">
            <a:avLst/>
          </a:prstGeom>
        </p:spPr>
        <p:txBody>
          <a:bodyPr vert="horz" wrap="square" lIns="0" tIns="247301" rIns="0" bIns="0" rtlCol="0">
            <a:spAutoFit/>
          </a:bodyPr>
          <a:lstStyle/>
          <a:p>
            <a:pPr marL="1226185">
              <a:lnSpc>
                <a:spcPct val="100000"/>
              </a:lnSpc>
              <a:spcBef>
                <a:spcPts val="100"/>
              </a:spcBef>
            </a:pPr>
            <a:r>
              <a:rPr dirty="0"/>
              <a:t>Expected</a:t>
            </a:r>
            <a:r>
              <a:rPr spc="-40" dirty="0"/>
              <a:t> </a:t>
            </a:r>
            <a:r>
              <a:rPr spc="-10" dirty="0"/>
              <a:t>Deliverables</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pic>
        <p:nvPicPr>
          <p:cNvPr id="4" name="object 4"/>
          <p:cNvPicPr/>
          <p:nvPr/>
        </p:nvPicPr>
        <p:blipFill>
          <a:blip r:embed="rId3" cstate="print"/>
          <a:stretch>
            <a:fillRect/>
          </a:stretch>
        </p:blipFill>
        <p:spPr>
          <a:xfrm>
            <a:off x="322000" y="1987075"/>
            <a:ext cx="11441472" cy="2433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prstGeom prst="rect">
            <a:avLst/>
          </a:prstGeom>
        </p:spPr>
        <p:txBody>
          <a:bodyPr vert="horz" wrap="square" lIns="0" tIns="247301" rIns="0" bIns="0" rtlCol="0">
            <a:spAutoFit/>
          </a:bodyPr>
          <a:lstStyle/>
          <a:p>
            <a:pPr marL="1406525">
              <a:lnSpc>
                <a:spcPct val="100000"/>
              </a:lnSpc>
              <a:spcBef>
                <a:spcPts val="100"/>
              </a:spcBef>
            </a:pPr>
            <a:r>
              <a:rPr dirty="0"/>
              <a:t>Project</a:t>
            </a:r>
            <a:r>
              <a:rPr spc="-30" dirty="0"/>
              <a:t> </a:t>
            </a:r>
            <a:r>
              <a:rPr dirty="0"/>
              <a:t>Gantt</a:t>
            </a:r>
            <a:r>
              <a:rPr spc="-30" dirty="0"/>
              <a:t> </a:t>
            </a:r>
            <a:r>
              <a:rPr spc="-10" dirty="0"/>
              <a:t>Chart</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pic>
        <p:nvPicPr>
          <p:cNvPr id="4" name="object 4"/>
          <p:cNvPicPr/>
          <p:nvPr/>
        </p:nvPicPr>
        <p:blipFill>
          <a:blip r:embed="rId2" cstate="print"/>
          <a:stretch>
            <a:fillRect/>
          </a:stretch>
        </p:blipFill>
        <p:spPr>
          <a:xfrm>
            <a:off x="757713" y="1747325"/>
            <a:ext cx="10676575" cy="50258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67198" y="642400"/>
            <a:ext cx="839074" cy="839074"/>
          </a:xfrm>
          <a:prstGeom prst="rect">
            <a:avLst/>
          </a:prstGeom>
        </p:spPr>
      </p:pic>
      <p:sp>
        <p:nvSpPr>
          <p:cNvPr id="3" name="object 3" descr="$PPTXTitle"/>
          <p:cNvSpPr txBox="1">
            <a:spLocks noGrp="1"/>
          </p:cNvSpPr>
          <p:nvPr>
            <p:ph type="title"/>
          </p:nvPr>
        </p:nvSpPr>
        <p:spPr>
          <a:prstGeom prst="rect">
            <a:avLst/>
          </a:prstGeom>
        </p:spPr>
        <p:txBody>
          <a:bodyPr vert="horz" wrap="square" lIns="0" tIns="247301" rIns="0" bIns="0" rtlCol="0">
            <a:spAutoFit/>
          </a:bodyPr>
          <a:lstStyle/>
          <a:p>
            <a:pPr marL="655955">
              <a:lnSpc>
                <a:spcPct val="100000"/>
              </a:lnSpc>
              <a:spcBef>
                <a:spcPts val="100"/>
              </a:spcBef>
            </a:pPr>
            <a:r>
              <a:rPr dirty="0"/>
              <a:t>Member</a:t>
            </a:r>
            <a:r>
              <a:rPr spc="-55" dirty="0"/>
              <a:t> </a:t>
            </a:r>
            <a:r>
              <a:rPr dirty="0"/>
              <a:t>Wise</a:t>
            </a:r>
            <a:r>
              <a:rPr spc="-95" dirty="0"/>
              <a:t> </a:t>
            </a:r>
            <a:r>
              <a:rPr spc="-50" dirty="0"/>
              <a:t>Task</a:t>
            </a:r>
            <a:r>
              <a:rPr spc="-55" dirty="0"/>
              <a:t> </a:t>
            </a:r>
            <a:r>
              <a:rPr spc="-10" dirty="0"/>
              <a:t>BreakDown</a:t>
            </a:r>
          </a:p>
        </p:txBody>
      </p:sp>
      <p:sp>
        <p:nvSpPr>
          <p:cNvPr id="2" name="object 2"/>
          <p:cNvSpPr/>
          <p:nvPr/>
        </p:nvSpPr>
        <p:spPr>
          <a:xfrm>
            <a:off x="3048000" y="1581155"/>
            <a:ext cx="7620000" cy="36830"/>
          </a:xfrm>
          <a:custGeom>
            <a:avLst/>
            <a:gdLst/>
            <a:ahLst/>
            <a:cxnLst/>
            <a:rect l="l" t="t" r="r" b="b"/>
            <a:pathLst>
              <a:path w="7620000" h="36830">
                <a:moveTo>
                  <a:pt x="7619999" y="36599"/>
                </a:moveTo>
                <a:lnTo>
                  <a:pt x="0" y="36599"/>
                </a:lnTo>
                <a:lnTo>
                  <a:pt x="0" y="0"/>
                </a:lnTo>
                <a:lnTo>
                  <a:pt x="7619999" y="0"/>
                </a:lnTo>
                <a:lnTo>
                  <a:pt x="7619999" y="36599"/>
                </a:lnTo>
                <a:close/>
              </a:path>
            </a:pathLst>
          </a:custGeom>
          <a:solidFill>
            <a:srgbClr val="33CCCC"/>
          </a:solidFill>
        </p:spPr>
        <p:txBody>
          <a:bodyPr wrap="square" lIns="0" tIns="0" rIns="0" bIns="0" rtlCol="0"/>
          <a:lstStyle/>
          <a:p>
            <a:endParaRPr/>
          </a:p>
        </p:txBody>
      </p:sp>
      <p:pic>
        <p:nvPicPr>
          <p:cNvPr id="4" name="object 4"/>
          <p:cNvPicPr/>
          <p:nvPr/>
        </p:nvPicPr>
        <p:blipFill>
          <a:blip r:embed="rId3" cstate="print"/>
          <a:stretch>
            <a:fillRect/>
          </a:stretch>
        </p:blipFill>
        <p:spPr>
          <a:xfrm>
            <a:off x="832649" y="1850325"/>
            <a:ext cx="10907722" cy="48749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406590" y="3357879"/>
            <a:ext cx="1398905" cy="1244600"/>
          </a:xfrm>
          <a:prstGeom prst="rect">
            <a:avLst/>
          </a:prstGeom>
        </p:spPr>
        <p:txBody>
          <a:bodyPr vert="horz" wrap="square" lIns="0" tIns="12700" rIns="0" bIns="0" rtlCol="0">
            <a:spAutoFit/>
          </a:bodyPr>
          <a:lstStyle/>
          <a:p>
            <a:pPr marL="12700">
              <a:lnSpc>
                <a:spcPct val="100000"/>
              </a:lnSpc>
              <a:spcBef>
                <a:spcPts val="100"/>
              </a:spcBef>
            </a:pPr>
            <a:r>
              <a:rPr sz="4000" b="0" spc="-10" dirty="0">
                <a:solidFill>
                  <a:srgbClr val="FF0000"/>
                </a:solidFill>
                <a:latin typeface="Trebuchet MS"/>
                <a:cs typeface="Trebuchet MS"/>
              </a:rPr>
              <a:t>Thank</a:t>
            </a:r>
            <a:endParaRPr sz="4000">
              <a:latin typeface="Trebuchet MS"/>
              <a:cs typeface="Trebuchet MS"/>
            </a:endParaRPr>
          </a:p>
          <a:p>
            <a:pPr marL="603885">
              <a:lnSpc>
                <a:spcPct val="100000"/>
              </a:lnSpc>
            </a:pPr>
            <a:r>
              <a:rPr sz="4000" b="0" spc="-145" dirty="0">
                <a:solidFill>
                  <a:srgbClr val="FF0000"/>
                </a:solidFill>
                <a:latin typeface="Trebuchet MS"/>
                <a:cs typeface="Trebuchet MS"/>
              </a:rPr>
              <a:t>You</a:t>
            </a:r>
            <a:endParaRPr sz="40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1123</TotalTime>
  <Words>1273</Words>
  <Application>Microsoft Office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Trebuchet MS</vt:lpstr>
      <vt:lpstr>Office Theme</vt:lpstr>
      <vt:lpstr>UE24CS320A – Capstone Project Approval</vt:lpstr>
      <vt:lpstr>Outline</vt:lpstr>
      <vt:lpstr>Problem Statement</vt:lpstr>
      <vt:lpstr>Scope and Feasibility study</vt:lpstr>
      <vt:lpstr>Scope and Feasibility study</vt:lpstr>
      <vt:lpstr>Background</vt:lpstr>
      <vt:lpstr>Applications/Use cases</vt:lpstr>
      <vt:lpstr>Applications/Use cases</vt:lpstr>
      <vt:lpstr>LITERATURE SURVEY/EXISTING SYSTEM</vt:lpstr>
      <vt:lpstr>Technology Required &amp; Proposed Architecture</vt:lpstr>
      <vt:lpstr>Datasets/ Benchmarks</vt:lpstr>
      <vt:lpstr>Expected Deliverables</vt:lpstr>
      <vt:lpstr>Project Gantt Chart</vt:lpstr>
      <vt:lpstr>Member Wise Task BreakDown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Phase 1 Review-1 Team 55</dc:title>
  <cp:lastModifiedBy>Ibrahim Khaleel</cp:lastModifiedBy>
  <cp:revision>1</cp:revision>
  <dcterms:created xsi:type="dcterms:W3CDTF">2026-10-12T15:29:41Z</dcterms:created>
  <dcterms:modified xsi:type="dcterms:W3CDTF">2026-10-13T10:15:45Z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2026-10-12T00:00:00Z</vt:filetime>
  </property>
  <property fmtid="{D5CDD505-2E9C-101B-9397-08002B2CF9AE}" pid="4" name="Creator">
    <vt:lpwstr>Google</vt:lpwstr>
  </property>
  <property fmtid="{D5CDD505-2E9C-101B-9397-08002B2CF9AE}" pid="5" name="LastSaved">
    <vt:filetime>2026-10-12T00:00:00Z</vt:filetime>
  </property>
</Properties>
</file>